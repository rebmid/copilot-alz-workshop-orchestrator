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96" y="2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2277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ebmid/Copilot-alz-workshop-orchestrator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292" cy="64008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5463" y="0"/>
            <a:ext cx="137292" cy="64008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0927" y="0"/>
            <a:ext cx="137292" cy="64008"/>
          </a:xfrm>
          <a:prstGeom prst="rect">
            <a:avLst/>
          </a:prstGeom>
          <a:solidFill>
            <a:srgbClr val="8650D7"/>
          </a:solidFill>
          <a:ln w="12700">
            <a:solidFill>
              <a:srgbClr val="86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06390" y="0"/>
            <a:ext cx="137292" cy="64008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1853" y="0"/>
            <a:ext cx="137292" cy="64008"/>
          </a:xfrm>
          <a:prstGeom prst="rect">
            <a:avLst/>
          </a:prstGeom>
          <a:solidFill>
            <a:srgbClr val="8351D7"/>
          </a:solidFill>
          <a:ln w="12700">
            <a:solidFill>
              <a:srgbClr val="83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77316" y="0"/>
            <a:ext cx="137292" cy="64008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12780" y="0"/>
            <a:ext cx="137292" cy="64008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48243" y="0"/>
            <a:ext cx="137292" cy="64008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83706" y="0"/>
            <a:ext cx="137292" cy="64008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219170" y="0"/>
            <a:ext cx="137292" cy="64008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354633" y="0"/>
            <a:ext cx="137292" cy="64008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490096" y="0"/>
            <a:ext cx="137292" cy="64008"/>
          </a:xfrm>
          <a:prstGeom prst="rect">
            <a:avLst/>
          </a:prstGeom>
          <a:solidFill>
            <a:srgbClr val="7854D7"/>
          </a:solidFill>
          <a:ln w="12700">
            <a:solidFill>
              <a:srgbClr val="78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625559" y="0"/>
            <a:ext cx="137292" cy="64008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761023" y="0"/>
            <a:ext cx="137292" cy="64008"/>
          </a:xfrm>
          <a:prstGeom prst="rect">
            <a:avLst/>
          </a:prstGeom>
          <a:solidFill>
            <a:srgbClr val="7555D7"/>
          </a:solidFill>
          <a:ln w="12700">
            <a:solidFill>
              <a:srgbClr val="75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896486" y="0"/>
            <a:ext cx="137292" cy="64008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031949" y="0"/>
            <a:ext cx="137292" cy="64008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167412" y="0"/>
            <a:ext cx="137292" cy="64008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302876" y="0"/>
            <a:ext cx="137292" cy="64008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438339" y="0"/>
            <a:ext cx="137292" cy="64008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573802" y="0"/>
            <a:ext cx="137292" cy="64008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09266" y="0"/>
            <a:ext cx="137292" cy="64008"/>
          </a:xfrm>
          <a:prstGeom prst="rect">
            <a:avLst/>
          </a:prstGeom>
          <a:solidFill>
            <a:srgbClr val="6A58D7"/>
          </a:solidFill>
          <a:ln w="12700">
            <a:solidFill>
              <a:srgbClr val="6A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844729" y="0"/>
            <a:ext cx="137292" cy="64008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980192" y="0"/>
            <a:ext cx="137292" cy="64008"/>
          </a:xfrm>
          <a:prstGeom prst="rect">
            <a:avLst/>
          </a:prstGeom>
          <a:solidFill>
            <a:srgbClr val="6759D7"/>
          </a:solidFill>
          <a:ln w="12700">
            <a:solidFill>
              <a:srgbClr val="67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115655" y="0"/>
            <a:ext cx="137292" cy="64008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51119" y="0"/>
            <a:ext cx="137292" cy="64008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386582" y="0"/>
            <a:ext cx="137292" cy="64008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522045" y="0"/>
            <a:ext cx="137292" cy="64008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657509" y="0"/>
            <a:ext cx="137292" cy="64008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792972" y="0"/>
            <a:ext cx="137292" cy="64008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928435" y="0"/>
            <a:ext cx="137292" cy="64008"/>
          </a:xfrm>
          <a:prstGeom prst="rect">
            <a:avLst/>
          </a:prstGeom>
          <a:solidFill>
            <a:srgbClr val="5D5DD6"/>
          </a:solidFill>
          <a:ln w="12700">
            <a:solidFill>
              <a:srgbClr val="5D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063898" y="0"/>
            <a:ext cx="137292" cy="64008"/>
          </a:xfrm>
          <a:prstGeom prst="rect">
            <a:avLst/>
          </a:prstGeom>
          <a:solidFill>
            <a:srgbClr val="5B5DD6"/>
          </a:solidFill>
          <a:ln w="12700">
            <a:solidFill>
              <a:srgbClr val="5B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199362" y="0"/>
            <a:ext cx="137292" cy="64008"/>
          </a:xfrm>
          <a:prstGeom prst="rect">
            <a:avLst/>
          </a:prstGeom>
          <a:solidFill>
            <a:srgbClr val="595DD6"/>
          </a:solidFill>
          <a:ln w="12700">
            <a:solidFill>
              <a:srgbClr val="59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334825" y="0"/>
            <a:ext cx="137292" cy="64008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470288" y="0"/>
            <a:ext cx="137292" cy="64008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605752" y="0"/>
            <a:ext cx="137292" cy="64008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41215" y="0"/>
            <a:ext cx="137292" cy="64008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876678" y="0"/>
            <a:ext cx="137292" cy="64008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012141" y="0"/>
            <a:ext cx="137292" cy="64008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147605" y="0"/>
            <a:ext cx="137292" cy="64008"/>
          </a:xfrm>
          <a:prstGeom prst="rect">
            <a:avLst/>
          </a:prstGeom>
          <a:solidFill>
            <a:srgbClr val="4F61D6"/>
          </a:solidFill>
          <a:ln w="12700">
            <a:solidFill>
              <a:srgbClr val="4F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283068" y="0"/>
            <a:ext cx="137292" cy="64008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18531" y="0"/>
            <a:ext cx="137292" cy="64008"/>
          </a:xfrm>
          <a:prstGeom prst="rect">
            <a:avLst/>
          </a:prstGeom>
          <a:solidFill>
            <a:srgbClr val="4B61D6"/>
          </a:solidFill>
          <a:ln w="12700">
            <a:solidFill>
              <a:srgbClr val="4B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553994" y="0"/>
            <a:ext cx="137292" cy="64008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689458" y="0"/>
            <a:ext cx="137292" cy="64008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824921" y="0"/>
            <a:ext cx="137292" cy="64008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960384" y="0"/>
            <a:ext cx="137292" cy="64008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095848" y="0"/>
            <a:ext cx="137292" cy="64008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231311" y="0"/>
            <a:ext cx="137292" cy="64008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366774" y="0"/>
            <a:ext cx="137292" cy="64008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502237" y="0"/>
            <a:ext cx="137292" cy="64008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637701" y="0"/>
            <a:ext cx="137292" cy="64008"/>
          </a:xfrm>
          <a:prstGeom prst="rect">
            <a:avLst/>
          </a:prstGeom>
          <a:solidFill>
            <a:srgbClr val="3E66D5"/>
          </a:solidFill>
          <a:ln w="12700">
            <a:solidFill>
              <a:srgbClr val="3E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773164" y="0"/>
            <a:ext cx="137292" cy="64008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908627" y="0"/>
            <a:ext cx="137292" cy="64008"/>
          </a:xfrm>
          <a:prstGeom prst="rect">
            <a:avLst/>
          </a:prstGeom>
          <a:solidFill>
            <a:srgbClr val="3A66D5"/>
          </a:solidFill>
          <a:ln w="12700">
            <a:solidFill>
              <a:srgbClr val="3A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044091" y="0"/>
            <a:ext cx="137292" cy="64008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179554" y="0"/>
            <a:ext cx="137292" cy="64008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315017" y="0"/>
            <a:ext cx="137292" cy="64008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450480" y="0"/>
            <a:ext cx="137292" cy="64008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7585944" y="0"/>
            <a:ext cx="137292" cy="64008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7721407" y="0"/>
            <a:ext cx="137292" cy="64008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7856870" y="0"/>
            <a:ext cx="137292" cy="64008"/>
          </a:xfrm>
          <a:prstGeom prst="rect">
            <a:avLst/>
          </a:prstGeom>
          <a:solidFill>
            <a:srgbClr val="306AD5"/>
          </a:solidFill>
          <a:ln w="12700">
            <a:solidFill>
              <a:srgbClr val="30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7992334" y="0"/>
            <a:ext cx="137292" cy="64008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8127797" y="0"/>
            <a:ext cx="137292" cy="64008"/>
          </a:xfrm>
          <a:prstGeom prst="rect">
            <a:avLst/>
          </a:prstGeom>
          <a:solidFill>
            <a:srgbClr val="2C6AD5"/>
          </a:solidFill>
          <a:ln w="12700">
            <a:solidFill>
              <a:srgbClr val="2C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8263260" y="0"/>
            <a:ext cx="137292" cy="64008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8398723" y="0"/>
            <a:ext cx="137292" cy="64008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8534187" y="0"/>
            <a:ext cx="137292" cy="64008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8669650" y="0"/>
            <a:ext cx="137292" cy="64008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8805113" y="0"/>
            <a:ext cx="137292" cy="64008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8940576" y="0"/>
            <a:ext cx="137292" cy="64008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9076040" y="0"/>
            <a:ext cx="137292" cy="64008"/>
          </a:xfrm>
          <a:prstGeom prst="rect">
            <a:avLst/>
          </a:prstGeom>
          <a:solidFill>
            <a:srgbClr val="226ED4"/>
          </a:solidFill>
          <a:ln w="12700">
            <a:solidFill>
              <a:srgbClr val="22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211503" y="0"/>
            <a:ext cx="137292" cy="64008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9346966" y="0"/>
            <a:ext cx="137292" cy="64008"/>
          </a:xfrm>
          <a:prstGeom prst="rect">
            <a:avLst/>
          </a:prstGeom>
          <a:solidFill>
            <a:srgbClr val="1F6FD4"/>
          </a:solidFill>
          <a:ln w="12700">
            <a:solidFill>
              <a:srgbClr val="1F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9482430" y="0"/>
            <a:ext cx="137292" cy="64008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9617893" y="0"/>
            <a:ext cx="137292" cy="64008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9753356" y="0"/>
            <a:ext cx="137292" cy="64008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9888819" y="0"/>
            <a:ext cx="137292" cy="64008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10024283" y="0"/>
            <a:ext cx="137292" cy="64008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10159746" y="0"/>
            <a:ext cx="137292" cy="64008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10295209" y="0"/>
            <a:ext cx="137292" cy="64008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10430673" y="0"/>
            <a:ext cx="137292" cy="64008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0566136" y="0"/>
            <a:ext cx="137292" cy="64008"/>
          </a:xfrm>
          <a:prstGeom prst="rect">
            <a:avLst/>
          </a:prstGeom>
          <a:solidFill>
            <a:srgbClr val="1173D4"/>
          </a:solidFill>
          <a:ln w="12700">
            <a:solidFill>
              <a:srgbClr val="11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10701599" y="0"/>
            <a:ext cx="137292" cy="64008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10837062" y="0"/>
            <a:ext cx="137292" cy="64008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10972526" y="0"/>
            <a:ext cx="137292" cy="64008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11107989" y="0"/>
            <a:ext cx="137292" cy="64008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11243452" y="0"/>
            <a:ext cx="137292" cy="64008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11378916" y="0"/>
            <a:ext cx="137292" cy="64008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11514379" y="0"/>
            <a:ext cx="137292" cy="64008"/>
          </a:xfrm>
          <a:prstGeom prst="rect">
            <a:avLst/>
          </a:prstGeom>
          <a:solidFill>
            <a:srgbClr val="0676D4"/>
          </a:solidFill>
          <a:ln w="12700">
            <a:solidFill>
              <a:srgbClr val="06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11649842" y="0"/>
            <a:ext cx="137292" cy="64008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11785305" y="0"/>
            <a:ext cx="137292" cy="64008"/>
          </a:xfrm>
          <a:prstGeom prst="rect">
            <a:avLst/>
          </a:prstGeom>
          <a:solidFill>
            <a:srgbClr val="0377D4"/>
          </a:solidFill>
          <a:ln w="12700">
            <a:solidFill>
              <a:srgbClr val="03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11920769" y="0"/>
            <a:ext cx="137292" cy="64008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12056232" y="0"/>
            <a:ext cx="137292" cy="640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594360" y="201168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78D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Manual ALZ Workshops to Governed, AI‑Orchestrated Delivery</a:t>
            </a:r>
            <a:endParaRPr lang="en-US" sz="2800" dirty="0"/>
          </a:p>
        </p:txBody>
      </p:sp>
      <p:sp>
        <p:nvSpPr>
          <p:cNvPr id="93" name="Text 91"/>
          <p:cNvSpPr/>
          <p:nvPr/>
        </p:nvSpPr>
        <p:spPr>
          <a:xfrm>
            <a:off x="594360" y="7132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Repeatable. Deterministic. Enterprise‑safe guardrails for CSA‑led engagements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594360" y="1042416"/>
            <a:ext cx="158583" cy="45720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751114" y="1042416"/>
            <a:ext cx="158583" cy="45720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907869" y="1042416"/>
            <a:ext cx="158583" cy="45720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1064623" y="1042416"/>
            <a:ext cx="158583" cy="45720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1221377" y="1042416"/>
            <a:ext cx="158583" cy="45720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1378131" y="1042416"/>
            <a:ext cx="158583" cy="45720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1534886" y="1042416"/>
            <a:ext cx="158583" cy="45720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1691640" y="1042416"/>
            <a:ext cx="158583" cy="45720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1848394" y="1042416"/>
            <a:ext cx="158583" cy="45720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2005149" y="1042416"/>
            <a:ext cx="158583" cy="45720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2161903" y="1042416"/>
            <a:ext cx="158583" cy="45720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2318657" y="1042416"/>
            <a:ext cx="158583" cy="45720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2475411" y="1042416"/>
            <a:ext cx="158583" cy="45720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2632166" y="1042416"/>
            <a:ext cx="158583" cy="45720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2788920" y="1042416"/>
            <a:ext cx="158583" cy="45720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2945674" y="1042416"/>
            <a:ext cx="158583" cy="45720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3102429" y="1042416"/>
            <a:ext cx="158583" cy="45720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3259183" y="1042416"/>
            <a:ext cx="158583" cy="45720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3415937" y="1042416"/>
            <a:ext cx="158583" cy="45720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3572691" y="1042416"/>
            <a:ext cx="158583" cy="45720"/>
          </a:xfrm>
          <a:prstGeom prst="rect">
            <a:avLst/>
          </a:prstGeom>
          <a:solidFill>
            <a:srgbClr val="645BD6"/>
          </a:solidFill>
          <a:ln w="12700">
            <a:solidFill>
              <a:srgbClr val="64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3729446" y="1042416"/>
            <a:ext cx="158583" cy="45720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3886200" y="1042416"/>
            <a:ext cx="158583" cy="45720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4042954" y="1042416"/>
            <a:ext cx="158583" cy="45720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4199709" y="1042416"/>
            <a:ext cx="158583" cy="45720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4356463" y="1042416"/>
            <a:ext cx="158583" cy="45720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4513217" y="1042416"/>
            <a:ext cx="158583" cy="45720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4669971" y="1042416"/>
            <a:ext cx="158583" cy="45720"/>
          </a:xfrm>
          <a:prstGeom prst="rect">
            <a:avLst/>
          </a:prstGeom>
          <a:solidFill>
            <a:srgbClr val="565FD6"/>
          </a:solidFill>
          <a:ln w="12700">
            <a:solidFill>
              <a:srgbClr val="56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4826726" y="1042416"/>
            <a:ext cx="158583" cy="45720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4983480" y="1042416"/>
            <a:ext cx="158583" cy="45720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5140234" y="1042416"/>
            <a:ext cx="158583" cy="45720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5296989" y="1042416"/>
            <a:ext cx="158583" cy="45720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5453743" y="1042416"/>
            <a:ext cx="158583" cy="45720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5610497" y="1042416"/>
            <a:ext cx="158583" cy="45720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5767251" y="1042416"/>
            <a:ext cx="158583" cy="45720"/>
          </a:xfrm>
          <a:prstGeom prst="rect">
            <a:avLst/>
          </a:prstGeom>
          <a:solidFill>
            <a:srgbClr val="4863D6"/>
          </a:solidFill>
          <a:ln w="12700">
            <a:solidFill>
              <a:srgbClr val="48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5924006" y="1042416"/>
            <a:ext cx="158583" cy="45720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6080760" y="1042416"/>
            <a:ext cx="158583" cy="45720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6237514" y="1042416"/>
            <a:ext cx="158583" cy="45720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6394269" y="1042416"/>
            <a:ext cx="158583" cy="45720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6551023" y="1042416"/>
            <a:ext cx="158583" cy="45720"/>
          </a:xfrm>
          <a:prstGeom prst="rect">
            <a:avLst/>
          </a:prstGeom>
          <a:solidFill>
            <a:srgbClr val="3E66D5"/>
          </a:solidFill>
          <a:ln w="12700">
            <a:solidFill>
              <a:srgbClr val="3E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6707777" y="1042416"/>
            <a:ext cx="158583" cy="45720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6864531" y="1042416"/>
            <a:ext cx="158583" cy="45720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>
            <a:off x="7021286" y="1042416"/>
            <a:ext cx="158583" cy="45720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>
            <a:off x="7178040" y="1042416"/>
            <a:ext cx="158583" cy="45720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7334794" y="1042416"/>
            <a:ext cx="158583" cy="45720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7491549" y="1042416"/>
            <a:ext cx="158583" cy="45720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7648303" y="1042416"/>
            <a:ext cx="158583" cy="45720"/>
          </a:xfrm>
          <a:prstGeom prst="rect">
            <a:avLst/>
          </a:prstGeom>
          <a:solidFill>
            <a:srgbClr val="306AD5"/>
          </a:solidFill>
          <a:ln w="12700">
            <a:solidFill>
              <a:srgbClr val="30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7805057" y="1042416"/>
            <a:ext cx="158583" cy="45720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7961811" y="1042416"/>
            <a:ext cx="158583" cy="45720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8118566" y="1042416"/>
            <a:ext cx="158583" cy="45720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8275320" y="1042416"/>
            <a:ext cx="158583" cy="45720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8432074" y="1042416"/>
            <a:ext cx="158583" cy="45720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8588829" y="1042416"/>
            <a:ext cx="158583" cy="45720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>
            <a:off x="8745583" y="1042416"/>
            <a:ext cx="158583" cy="45720"/>
          </a:xfrm>
          <a:prstGeom prst="rect">
            <a:avLst/>
          </a:prstGeom>
          <a:solidFill>
            <a:srgbClr val="226ED4"/>
          </a:solidFill>
          <a:ln w="12700">
            <a:solidFill>
              <a:srgbClr val="22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8902337" y="1042416"/>
            <a:ext cx="158583" cy="45720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>
            <a:off x="9059091" y="1042416"/>
            <a:ext cx="158583" cy="45720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9215846" y="1042416"/>
            <a:ext cx="158583" cy="45720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9372600" y="1042416"/>
            <a:ext cx="158583" cy="45720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9"/>
          <p:cNvSpPr/>
          <p:nvPr/>
        </p:nvSpPr>
        <p:spPr>
          <a:xfrm>
            <a:off x="9529354" y="1042416"/>
            <a:ext cx="158583" cy="45720"/>
          </a:xfrm>
          <a:prstGeom prst="rect">
            <a:avLst/>
          </a:prstGeom>
          <a:solidFill>
            <a:srgbClr val="1871D4"/>
          </a:solidFill>
          <a:ln w="12700">
            <a:solidFill>
              <a:srgbClr val="18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9686109" y="1042416"/>
            <a:ext cx="158583" cy="45720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Shape 151"/>
          <p:cNvSpPr/>
          <p:nvPr/>
        </p:nvSpPr>
        <p:spPr>
          <a:xfrm>
            <a:off x="9842863" y="1042416"/>
            <a:ext cx="158583" cy="45720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Shape 152"/>
          <p:cNvSpPr/>
          <p:nvPr/>
        </p:nvSpPr>
        <p:spPr>
          <a:xfrm>
            <a:off x="9999617" y="1042416"/>
            <a:ext cx="158583" cy="45720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10156371" y="1042416"/>
            <a:ext cx="158583" cy="45720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4"/>
          <p:cNvSpPr/>
          <p:nvPr/>
        </p:nvSpPr>
        <p:spPr>
          <a:xfrm>
            <a:off x="10313126" y="1042416"/>
            <a:ext cx="158583" cy="45720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55"/>
          <p:cNvSpPr/>
          <p:nvPr/>
        </p:nvSpPr>
        <p:spPr>
          <a:xfrm>
            <a:off x="10469880" y="1042416"/>
            <a:ext cx="158583" cy="45720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10626634" y="1042416"/>
            <a:ext cx="158583" cy="45720"/>
          </a:xfrm>
          <a:prstGeom prst="rect">
            <a:avLst/>
          </a:prstGeom>
          <a:solidFill>
            <a:srgbClr val="0A75D4"/>
          </a:solidFill>
          <a:ln w="12700">
            <a:solidFill>
              <a:srgbClr val="0A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10783389" y="1042416"/>
            <a:ext cx="158583" cy="45720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10940143" y="1042416"/>
            <a:ext cx="158583" cy="45720"/>
          </a:xfrm>
          <a:prstGeom prst="rect">
            <a:avLst/>
          </a:prstGeom>
          <a:solidFill>
            <a:srgbClr val="0676D4"/>
          </a:solidFill>
          <a:ln w="12700">
            <a:solidFill>
              <a:srgbClr val="06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11096897" y="1042416"/>
            <a:ext cx="158583" cy="45720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11253651" y="1042416"/>
            <a:ext cx="158583" cy="45720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11410406" y="1042416"/>
            <a:ext cx="158583" cy="457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630936" y="1243584"/>
            <a:ext cx="5341468" cy="2423160"/>
          </a:xfrm>
          <a:prstGeom prst="roundRect">
            <a:avLst>
              <a:gd name="adj" fmla="val 6792"/>
            </a:avLst>
          </a:prstGeom>
          <a:solidFill>
            <a:srgbClr val="D5D3DA"/>
          </a:solidFill>
          <a:ln w="12700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594360" y="1207008"/>
            <a:ext cx="5341468" cy="2423160"/>
          </a:xfrm>
          <a:prstGeom prst="roundRect">
            <a:avLst>
              <a:gd name="adj" fmla="val 6792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731520" y="1207008"/>
            <a:ext cx="103172" cy="59436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832863" y="1207008"/>
            <a:ext cx="103172" cy="59436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934206" y="1207008"/>
            <a:ext cx="103172" cy="59436"/>
          </a:xfrm>
          <a:prstGeom prst="rect">
            <a:avLst/>
          </a:prstGeom>
          <a:solidFill>
            <a:srgbClr val="8750D7"/>
          </a:solidFill>
          <a:ln w="12700">
            <a:solidFill>
              <a:srgbClr val="87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1035549" y="1207008"/>
            <a:ext cx="103172" cy="59436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1136892" y="1207008"/>
            <a:ext cx="103172" cy="59436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1238235" y="1207008"/>
            <a:ext cx="103172" cy="59436"/>
          </a:xfrm>
          <a:prstGeom prst="rect">
            <a:avLst/>
          </a:prstGeom>
          <a:solidFill>
            <a:srgbClr val="8352D7"/>
          </a:solidFill>
          <a:ln w="12700">
            <a:solidFill>
              <a:srgbClr val="83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1339578" y="1207008"/>
            <a:ext cx="103172" cy="59436"/>
          </a:xfrm>
          <a:prstGeom prst="rect">
            <a:avLst/>
          </a:prstGeom>
          <a:solidFill>
            <a:srgbClr val="8152D7"/>
          </a:solidFill>
          <a:ln w="12700">
            <a:solidFill>
              <a:srgbClr val="81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1440921" y="1207008"/>
            <a:ext cx="103172" cy="59436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1542264" y="1207008"/>
            <a:ext cx="103172" cy="59436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1643607" y="1207008"/>
            <a:ext cx="103172" cy="59436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1744950" y="1207008"/>
            <a:ext cx="103172" cy="59436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1846292" y="1207008"/>
            <a:ext cx="103172" cy="59436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1947635" y="1207008"/>
            <a:ext cx="103172" cy="59436"/>
          </a:xfrm>
          <a:prstGeom prst="rect">
            <a:avLst/>
          </a:prstGeom>
          <a:solidFill>
            <a:srgbClr val="7954D7"/>
          </a:solidFill>
          <a:ln w="12700">
            <a:solidFill>
              <a:srgbClr val="79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2048978" y="1207008"/>
            <a:ext cx="103172" cy="59436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2150321" y="1207008"/>
            <a:ext cx="103172" cy="59436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2251664" y="1207008"/>
            <a:ext cx="103172" cy="59436"/>
          </a:xfrm>
          <a:prstGeom prst="rect">
            <a:avLst/>
          </a:prstGeom>
          <a:solidFill>
            <a:srgbClr val="7556D7"/>
          </a:solidFill>
          <a:ln w="12700">
            <a:solidFill>
              <a:srgbClr val="75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2353007" y="1207008"/>
            <a:ext cx="103172" cy="59436"/>
          </a:xfrm>
          <a:prstGeom prst="rect">
            <a:avLst/>
          </a:prstGeom>
          <a:solidFill>
            <a:srgbClr val="7356D7"/>
          </a:solidFill>
          <a:ln w="12700">
            <a:solidFill>
              <a:srgbClr val="73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2454350" y="1207008"/>
            <a:ext cx="103172" cy="59436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2555693" y="1207008"/>
            <a:ext cx="103172" cy="59436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2657036" y="1207008"/>
            <a:ext cx="103172" cy="59436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2758379" y="1207008"/>
            <a:ext cx="103172" cy="59436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2859722" y="1207008"/>
            <a:ext cx="103172" cy="59436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2961065" y="1207008"/>
            <a:ext cx="103172" cy="59436"/>
          </a:xfrm>
          <a:prstGeom prst="rect">
            <a:avLst/>
          </a:prstGeom>
          <a:solidFill>
            <a:srgbClr val="6B58D7"/>
          </a:solidFill>
          <a:ln w="12700">
            <a:solidFill>
              <a:srgbClr val="6B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3062408" y="1207008"/>
            <a:ext cx="103172" cy="59436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3163751" y="1207008"/>
            <a:ext cx="103172" cy="59436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3265094" y="1207008"/>
            <a:ext cx="103172" cy="59436"/>
          </a:xfrm>
          <a:prstGeom prst="rect">
            <a:avLst/>
          </a:prstGeom>
          <a:solidFill>
            <a:srgbClr val="675AD6"/>
          </a:solidFill>
          <a:ln w="12700">
            <a:solidFill>
              <a:srgbClr val="67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3366437" y="1207008"/>
            <a:ext cx="103172" cy="59436"/>
          </a:xfrm>
          <a:prstGeom prst="rect">
            <a:avLst/>
          </a:prstGeom>
          <a:solidFill>
            <a:srgbClr val="655AD6"/>
          </a:solidFill>
          <a:ln w="12700">
            <a:solidFill>
              <a:srgbClr val="65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3467780" y="1207008"/>
            <a:ext cx="103172" cy="59436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3569123" y="1207008"/>
            <a:ext cx="103172" cy="59436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3670466" y="1207008"/>
            <a:ext cx="103172" cy="59436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3771809" y="1207008"/>
            <a:ext cx="103172" cy="59436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3873152" y="1207008"/>
            <a:ext cx="103172" cy="59436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3974494" y="1207008"/>
            <a:ext cx="103172" cy="59436"/>
          </a:xfrm>
          <a:prstGeom prst="rect">
            <a:avLst/>
          </a:prstGeom>
          <a:solidFill>
            <a:srgbClr val="5D5CD6"/>
          </a:solidFill>
          <a:ln w="12700">
            <a:solidFill>
              <a:srgbClr val="5D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4075837" y="1207008"/>
            <a:ext cx="103172" cy="59436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4177180" y="1207008"/>
            <a:ext cx="103172" cy="59436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4278523" y="1207008"/>
            <a:ext cx="103172" cy="59436"/>
          </a:xfrm>
          <a:prstGeom prst="rect">
            <a:avLst/>
          </a:prstGeom>
          <a:solidFill>
            <a:srgbClr val="595ED6"/>
          </a:solidFill>
          <a:ln w="12700">
            <a:solidFill>
              <a:srgbClr val="59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4379866" y="1207008"/>
            <a:ext cx="103172" cy="59436"/>
          </a:xfrm>
          <a:prstGeom prst="rect">
            <a:avLst/>
          </a:prstGeom>
          <a:solidFill>
            <a:srgbClr val="575ED6"/>
          </a:solidFill>
          <a:ln w="12700">
            <a:solidFill>
              <a:srgbClr val="57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4481209" y="1207008"/>
            <a:ext cx="103172" cy="59436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4582552" y="1207008"/>
            <a:ext cx="103172" cy="59436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4683895" y="1207008"/>
            <a:ext cx="103172" cy="59436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4785238" y="1207008"/>
            <a:ext cx="103172" cy="59436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4886581" y="1207008"/>
            <a:ext cx="103172" cy="59436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4987924" y="1207008"/>
            <a:ext cx="103172" cy="59436"/>
          </a:xfrm>
          <a:prstGeom prst="rect">
            <a:avLst/>
          </a:prstGeom>
          <a:solidFill>
            <a:srgbClr val="4F60D6"/>
          </a:solidFill>
          <a:ln w="12700">
            <a:solidFill>
              <a:srgbClr val="4F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5089267" y="1207008"/>
            <a:ext cx="103172" cy="59436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5190610" y="1207008"/>
            <a:ext cx="103172" cy="59436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5291953" y="1207008"/>
            <a:ext cx="103172" cy="59436"/>
          </a:xfrm>
          <a:prstGeom prst="rect">
            <a:avLst/>
          </a:prstGeom>
          <a:solidFill>
            <a:srgbClr val="4B62D6"/>
          </a:solidFill>
          <a:ln w="12700">
            <a:solidFill>
              <a:srgbClr val="4B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5393296" y="1207008"/>
            <a:ext cx="103172" cy="59436"/>
          </a:xfrm>
          <a:prstGeom prst="rect">
            <a:avLst/>
          </a:prstGeom>
          <a:solidFill>
            <a:srgbClr val="4962D6"/>
          </a:solidFill>
          <a:ln w="12700">
            <a:solidFill>
              <a:srgbClr val="49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Shape 211"/>
          <p:cNvSpPr/>
          <p:nvPr/>
        </p:nvSpPr>
        <p:spPr>
          <a:xfrm>
            <a:off x="5494639" y="1207008"/>
            <a:ext cx="103172" cy="59436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4" name="Shape 212"/>
          <p:cNvSpPr/>
          <p:nvPr/>
        </p:nvSpPr>
        <p:spPr>
          <a:xfrm>
            <a:off x="5595982" y="1207008"/>
            <a:ext cx="103172" cy="59436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5" name="Shape 213"/>
          <p:cNvSpPr/>
          <p:nvPr/>
        </p:nvSpPr>
        <p:spPr>
          <a:xfrm>
            <a:off x="5697325" y="1207008"/>
            <a:ext cx="103172" cy="59436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6" name="Shape 214"/>
          <p:cNvSpPr/>
          <p:nvPr/>
        </p:nvSpPr>
        <p:spPr>
          <a:xfrm>
            <a:off x="795528" y="1435608"/>
            <a:ext cx="2286000" cy="29260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7" name="Text 215"/>
          <p:cNvSpPr/>
          <p:nvPr/>
        </p:nvSpPr>
        <p:spPr>
          <a:xfrm>
            <a:off x="795528" y="143560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FIELD IMPACT</a:t>
            </a:r>
            <a:endParaRPr lang="en-US" sz="1100" dirty="0"/>
          </a:p>
        </p:txBody>
      </p:sp>
      <p:sp>
        <p:nvSpPr>
          <p:cNvPr id="218" name="Text 216"/>
          <p:cNvSpPr/>
          <p:nvPr/>
        </p:nvSpPr>
        <p:spPr>
          <a:xfrm>
            <a:off x="822960" y="1847088"/>
            <a:ext cx="488426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changes for the CSA</a:t>
            </a:r>
            <a:endParaRPr lang="en-US" sz="1800" dirty="0"/>
          </a:p>
        </p:txBody>
      </p:sp>
      <p:sp>
        <p:nvSpPr>
          <p:cNvPr id="219" name="Text 217"/>
          <p:cNvSpPr/>
          <p:nvPr/>
        </p:nvSpPr>
        <p:spPr>
          <a:xfrm>
            <a:off x="868680" y="2212848"/>
            <a:ext cx="4792828" cy="1252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fontAlgn="t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cs typeface="Segoe UI" pitchFamily="34" charset="-120"/>
              </a:rPr>
              <a:t>Intent‑scoped workshops reduce “run everything” noise</a:t>
            </a:r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</a:t>
            </a:r>
            <a:r>
              <a:rPr lang="en-US" sz="125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scoring </a:t>
            </a: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domain-level summaries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executive outputs (HTML + Excel)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Re‑runnable assessments with deterministic delta tracking</a:t>
            </a:r>
            <a:endParaRPr lang="en-US" sz="1250" dirty="0"/>
          </a:p>
        </p:txBody>
      </p:sp>
      <p:sp>
        <p:nvSpPr>
          <p:cNvPr id="220" name="Shape 218"/>
          <p:cNvSpPr/>
          <p:nvPr/>
        </p:nvSpPr>
        <p:spPr>
          <a:xfrm>
            <a:off x="6292444" y="1243584"/>
            <a:ext cx="5341468" cy="2423160"/>
          </a:xfrm>
          <a:prstGeom prst="roundRect">
            <a:avLst>
              <a:gd name="adj" fmla="val 6792"/>
            </a:avLst>
          </a:prstGeom>
          <a:solidFill>
            <a:srgbClr val="D5D3DA"/>
          </a:solidFill>
          <a:ln w="12700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1" name="Shape 219"/>
          <p:cNvSpPr/>
          <p:nvPr/>
        </p:nvSpPr>
        <p:spPr>
          <a:xfrm>
            <a:off x="6255868" y="1207008"/>
            <a:ext cx="5341468" cy="2423160"/>
          </a:xfrm>
          <a:prstGeom prst="roundRect">
            <a:avLst>
              <a:gd name="adj" fmla="val 6792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2" name="Shape 220"/>
          <p:cNvSpPr/>
          <p:nvPr/>
        </p:nvSpPr>
        <p:spPr>
          <a:xfrm>
            <a:off x="6393028" y="1207008"/>
            <a:ext cx="103172" cy="59436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3" name="Shape 221"/>
          <p:cNvSpPr/>
          <p:nvPr/>
        </p:nvSpPr>
        <p:spPr>
          <a:xfrm>
            <a:off x="6494371" y="1207008"/>
            <a:ext cx="103172" cy="59436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4" name="Shape 222"/>
          <p:cNvSpPr/>
          <p:nvPr/>
        </p:nvSpPr>
        <p:spPr>
          <a:xfrm>
            <a:off x="6595714" y="1207008"/>
            <a:ext cx="103172" cy="59436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5" name="Shape 223"/>
          <p:cNvSpPr/>
          <p:nvPr/>
        </p:nvSpPr>
        <p:spPr>
          <a:xfrm>
            <a:off x="6697056" y="1207008"/>
            <a:ext cx="103172" cy="59436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6" name="Shape 224"/>
          <p:cNvSpPr/>
          <p:nvPr/>
        </p:nvSpPr>
        <p:spPr>
          <a:xfrm>
            <a:off x="6798399" y="1207008"/>
            <a:ext cx="103172" cy="59436"/>
          </a:xfrm>
          <a:prstGeom prst="rect">
            <a:avLst/>
          </a:prstGeom>
          <a:solidFill>
            <a:srgbClr val="3E65D5"/>
          </a:solidFill>
          <a:ln w="12700">
            <a:solidFill>
              <a:srgbClr val="3E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7" name="Shape 225"/>
          <p:cNvSpPr/>
          <p:nvPr/>
        </p:nvSpPr>
        <p:spPr>
          <a:xfrm>
            <a:off x="6899742" y="1207008"/>
            <a:ext cx="103172" cy="59436"/>
          </a:xfrm>
          <a:prstGeom prst="rect">
            <a:avLst/>
          </a:prstGeom>
          <a:solidFill>
            <a:srgbClr val="3D66D5"/>
          </a:solidFill>
          <a:ln w="12700">
            <a:solidFill>
              <a:srgbClr val="3D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8" name="Shape 226"/>
          <p:cNvSpPr/>
          <p:nvPr/>
        </p:nvSpPr>
        <p:spPr>
          <a:xfrm>
            <a:off x="7001085" y="1207008"/>
            <a:ext cx="103172" cy="59436"/>
          </a:xfrm>
          <a:prstGeom prst="rect">
            <a:avLst/>
          </a:prstGeom>
          <a:solidFill>
            <a:srgbClr val="3B66D5"/>
          </a:solidFill>
          <a:ln w="12700">
            <a:solidFill>
              <a:srgbClr val="3B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9" name="Shape 227"/>
          <p:cNvSpPr/>
          <p:nvPr/>
        </p:nvSpPr>
        <p:spPr>
          <a:xfrm>
            <a:off x="7102428" y="1207008"/>
            <a:ext cx="103172" cy="59436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0" name="Shape 228"/>
          <p:cNvSpPr/>
          <p:nvPr/>
        </p:nvSpPr>
        <p:spPr>
          <a:xfrm>
            <a:off x="7203771" y="1207008"/>
            <a:ext cx="103172" cy="59436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1" name="Shape 229"/>
          <p:cNvSpPr/>
          <p:nvPr/>
        </p:nvSpPr>
        <p:spPr>
          <a:xfrm>
            <a:off x="7305114" y="1207008"/>
            <a:ext cx="103172" cy="59436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2" name="Shape 230"/>
          <p:cNvSpPr/>
          <p:nvPr/>
        </p:nvSpPr>
        <p:spPr>
          <a:xfrm>
            <a:off x="7406457" y="1207008"/>
            <a:ext cx="103172" cy="59436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3" name="Shape 231"/>
          <p:cNvSpPr/>
          <p:nvPr/>
        </p:nvSpPr>
        <p:spPr>
          <a:xfrm>
            <a:off x="7507800" y="1207008"/>
            <a:ext cx="103172" cy="59436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Shape 232"/>
          <p:cNvSpPr/>
          <p:nvPr/>
        </p:nvSpPr>
        <p:spPr>
          <a:xfrm>
            <a:off x="7609143" y="1207008"/>
            <a:ext cx="103172" cy="59436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5" name="Shape 233"/>
          <p:cNvSpPr/>
          <p:nvPr/>
        </p:nvSpPr>
        <p:spPr>
          <a:xfrm>
            <a:off x="7710486" y="1207008"/>
            <a:ext cx="103172" cy="59436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Shape 234"/>
          <p:cNvSpPr/>
          <p:nvPr/>
        </p:nvSpPr>
        <p:spPr>
          <a:xfrm>
            <a:off x="7811829" y="1207008"/>
            <a:ext cx="103172" cy="59436"/>
          </a:xfrm>
          <a:prstGeom prst="rect">
            <a:avLst/>
          </a:prstGeom>
          <a:solidFill>
            <a:srgbClr val="3069D5"/>
          </a:solidFill>
          <a:ln w="12700">
            <a:solidFill>
              <a:srgbClr val="30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7" name="Shape 235"/>
          <p:cNvSpPr/>
          <p:nvPr/>
        </p:nvSpPr>
        <p:spPr>
          <a:xfrm>
            <a:off x="7913172" y="1207008"/>
            <a:ext cx="103172" cy="59436"/>
          </a:xfrm>
          <a:prstGeom prst="rect">
            <a:avLst/>
          </a:prstGeom>
          <a:solidFill>
            <a:srgbClr val="2F6AD5"/>
          </a:solidFill>
          <a:ln w="12700">
            <a:solidFill>
              <a:srgbClr val="2F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Shape 236"/>
          <p:cNvSpPr/>
          <p:nvPr/>
        </p:nvSpPr>
        <p:spPr>
          <a:xfrm>
            <a:off x="8014515" y="1207008"/>
            <a:ext cx="103172" cy="59436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Shape 237"/>
          <p:cNvSpPr/>
          <p:nvPr/>
        </p:nvSpPr>
        <p:spPr>
          <a:xfrm>
            <a:off x="8115858" y="1207008"/>
            <a:ext cx="103172" cy="59436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Shape 238"/>
          <p:cNvSpPr/>
          <p:nvPr/>
        </p:nvSpPr>
        <p:spPr>
          <a:xfrm>
            <a:off x="8217201" y="1207008"/>
            <a:ext cx="103172" cy="59436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1" name="Shape 239"/>
          <p:cNvSpPr/>
          <p:nvPr/>
        </p:nvSpPr>
        <p:spPr>
          <a:xfrm>
            <a:off x="8318544" y="1207008"/>
            <a:ext cx="103172" cy="59436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Shape 240"/>
          <p:cNvSpPr/>
          <p:nvPr/>
        </p:nvSpPr>
        <p:spPr>
          <a:xfrm>
            <a:off x="8419887" y="1207008"/>
            <a:ext cx="103172" cy="59436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3" name="Shape 241"/>
          <p:cNvSpPr/>
          <p:nvPr/>
        </p:nvSpPr>
        <p:spPr>
          <a:xfrm>
            <a:off x="8521230" y="1207008"/>
            <a:ext cx="103172" cy="59436"/>
          </a:xfrm>
          <a:prstGeom prst="rect">
            <a:avLst/>
          </a:prstGeom>
          <a:solidFill>
            <a:srgbClr val="276CD5"/>
          </a:solidFill>
          <a:ln w="12700">
            <a:solidFill>
              <a:srgbClr val="27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4" name="Shape 242"/>
          <p:cNvSpPr/>
          <p:nvPr/>
        </p:nvSpPr>
        <p:spPr>
          <a:xfrm>
            <a:off x="8622573" y="1207008"/>
            <a:ext cx="103172" cy="59436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5" name="Shape 243"/>
          <p:cNvSpPr/>
          <p:nvPr/>
        </p:nvSpPr>
        <p:spPr>
          <a:xfrm>
            <a:off x="8723915" y="1207008"/>
            <a:ext cx="103172" cy="59436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Shape 244"/>
          <p:cNvSpPr/>
          <p:nvPr/>
        </p:nvSpPr>
        <p:spPr>
          <a:xfrm>
            <a:off x="8825258" y="1207008"/>
            <a:ext cx="103172" cy="59436"/>
          </a:xfrm>
          <a:prstGeom prst="rect">
            <a:avLst/>
          </a:prstGeom>
          <a:solidFill>
            <a:srgbClr val="226DD5"/>
          </a:solidFill>
          <a:ln w="12700">
            <a:solidFill>
              <a:srgbClr val="22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Shape 245"/>
          <p:cNvSpPr/>
          <p:nvPr/>
        </p:nvSpPr>
        <p:spPr>
          <a:xfrm>
            <a:off x="8926601" y="1207008"/>
            <a:ext cx="103172" cy="59436"/>
          </a:xfrm>
          <a:prstGeom prst="rect">
            <a:avLst/>
          </a:prstGeom>
          <a:solidFill>
            <a:srgbClr val="216ED4"/>
          </a:solidFill>
          <a:ln w="12700">
            <a:solidFill>
              <a:srgbClr val="21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Shape 246"/>
          <p:cNvSpPr/>
          <p:nvPr/>
        </p:nvSpPr>
        <p:spPr>
          <a:xfrm>
            <a:off x="9027944" y="1207008"/>
            <a:ext cx="103172" cy="59436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9" name="Shape 247"/>
          <p:cNvSpPr/>
          <p:nvPr/>
        </p:nvSpPr>
        <p:spPr>
          <a:xfrm>
            <a:off x="9129287" y="1207008"/>
            <a:ext cx="103172" cy="59436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0" name="Shape 248"/>
          <p:cNvSpPr/>
          <p:nvPr/>
        </p:nvSpPr>
        <p:spPr>
          <a:xfrm>
            <a:off x="9230630" y="1207008"/>
            <a:ext cx="103172" cy="59436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1" name="Shape 249"/>
          <p:cNvSpPr/>
          <p:nvPr/>
        </p:nvSpPr>
        <p:spPr>
          <a:xfrm>
            <a:off x="9331973" y="1207008"/>
            <a:ext cx="103172" cy="59436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2" name="Shape 250"/>
          <p:cNvSpPr/>
          <p:nvPr/>
        </p:nvSpPr>
        <p:spPr>
          <a:xfrm>
            <a:off x="9433316" y="1207008"/>
            <a:ext cx="103172" cy="59436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3" name="Shape 251"/>
          <p:cNvSpPr/>
          <p:nvPr/>
        </p:nvSpPr>
        <p:spPr>
          <a:xfrm>
            <a:off x="9534659" y="1207008"/>
            <a:ext cx="103172" cy="59436"/>
          </a:xfrm>
          <a:prstGeom prst="rect">
            <a:avLst/>
          </a:prstGeom>
          <a:solidFill>
            <a:srgbClr val="1970D4"/>
          </a:solidFill>
          <a:ln w="12700">
            <a:solidFill>
              <a:srgbClr val="19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4" name="Shape 252"/>
          <p:cNvSpPr/>
          <p:nvPr/>
        </p:nvSpPr>
        <p:spPr>
          <a:xfrm>
            <a:off x="9636002" y="1207008"/>
            <a:ext cx="103172" cy="59436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5" name="Shape 253"/>
          <p:cNvSpPr/>
          <p:nvPr/>
        </p:nvSpPr>
        <p:spPr>
          <a:xfrm>
            <a:off x="9737345" y="1207008"/>
            <a:ext cx="103172" cy="59436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6" name="Shape 254"/>
          <p:cNvSpPr/>
          <p:nvPr/>
        </p:nvSpPr>
        <p:spPr>
          <a:xfrm>
            <a:off x="9838688" y="1207008"/>
            <a:ext cx="103172" cy="59436"/>
          </a:xfrm>
          <a:prstGeom prst="rect">
            <a:avLst/>
          </a:prstGeom>
          <a:solidFill>
            <a:srgbClr val="1471D4"/>
          </a:solidFill>
          <a:ln w="12700">
            <a:solidFill>
              <a:srgbClr val="14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7" name="Shape 255"/>
          <p:cNvSpPr/>
          <p:nvPr/>
        </p:nvSpPr>
        <p:spPr>
          <a:xfrm>
            <a:off x="9940031" y="1207008"/>
            <a:ext cx="103172" cy="59436"/>
          </a:xfrm>
          <a:prstGeom prst="rect">
            <a:avLst/>
          </a:prstGeom>
          <a:solidFill>
            <a:srgbClr val="1372D4"/>
          </a:solidFill>
          <a:ln w="12700">
            <a:solidFill>
              <a:srgbClr val="13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8" name="Shape 256"/>
          <p:cNvSpPr/>
          <p:nvPr/>
        </p:nvSpPr>
        <p:spPr>
          <a:xfrm>
            <a:off x="10041374" y="1207008"/>
            <a:ext cx="103172" cy="59436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9" name="Shape 257"/>
          <p:cNvSpPr/>
          <p:nvPr/>
        </p:nvSpPr>
        <p:spPr>
          <a:xfrm>
            <a:off x="10142717" y="1207008"/>
            <a:ext cx="103172" cy="59436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0" name="Shape 258"/>
          <p:cNvSpPr/>
          <p:nvPr/>
        </p:nvSpPr>
        <p:spPr>
          <a:xfrm>
            <a:off x="10244060" y="1207008"/>
            <a:ext cx="103172" cy="59436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1" name="Shape 259"/>
          <p:cNvSpPr/>
          <p:nvPr/>
        </p:nvSpPr>
        <p:spPr>
          <a:xfrm>
            <a:off x="10345403" y="1207008"/>
            <a:ext cx="103172" cy="59436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2" name="Shape 260"/>
          <p:cNvSpPr/>
          <p:nvPr/>
        </p:nvSpPr>
        <p:spPr>
          <a:xfrm>
            <a:off x="10446746" y="1207008"/>
            <a:ext cx="103172" cy="59436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Shape 261"/>
          <p:cNvSpPr/>
          <p:nvPr/>
        </p:nvSpPr>
        <p:spPr>
          <a:xfrm>
            <a:off x="10548089" y="1207008"/>
            <a:ext cx="103172" cy="59436"/>
          </a:xfrm>
          <a:prstGeom prst="rect">
            <a:avLst/>
          </a:prstGeom>
          <a:solidFill>
            <a:srgbClr val="0B74D4"/>
          </a:solidFill>
          <a:ln w="12700">
            <a:solidFill>
              <a:srgbClr val="0B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Shape 262"/>
          <p:cNvSpPr/>
          <p:nvPr/>
        </p:nvSpPr>
        <p:spPr>
          <a:xfrm>
            <a:off x="10649432" y="1207008"/>
            <a:ext cx="103172" cy="59436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5" name="Shape 263"/>
          <p:cNvSpPr/>
          <p:nvPr/>
        </p:nvSpPr>
        <p:spPr>
          <a:xfrm>
            <a:off x="10750775" y="1207008"/>
            <a:ext cx="103172" cy="59436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Shape 264"/>
          <p:cNvSpPr/>
          <p:nvPr/>
        </p:nvSpPr>
        <p:spPr>
          <a:xfrm>
            <a:off x="10852117" y="1207008"/>
            <a:ext cx="103172" cy="59436"/>
          </a:xfrm>
          <a:prstGeom prst="rect">
            <a:avLst/>
          </a:prstGeom>
          <a:solidFill>
            <a:srgbClr val="0675D4"/>
          </a:solidFill>
          <a:ln w="12700">
            <a:solidFill>
              <a:srgbClr val="06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265"/>
          <p:cNvSpPr/>
          <p:nvPr/>
        </p:nvSpPr>
        <p:spPr>
          <a:xfrm>
            <a:off x="10953460" y="1207008"/>
            <a:ext cx="103172" cy="59436"/>
          </a:xfrm>
          <a:prstGeom prst="rect">
            <a:avLst/>
          </a:prstGeom>
          <a:solidFill>
            <a:srgbClr val="0576D4"/>
          </a:solidFill>
          <a:ln w="12700">
            <a:solidFill>
              <a:srgbClr val="05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Shape 266"/>
          <p:cNvSpPr/>
          <p:nvPr/>
        </p:nvSpPr>
        <p:spPr>
          <a:xfrm>
            <a:off x="11054803" y="1207008"/>
            <a:ext cx="103172" cy="59436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267"/>
          <p:cNvSpPr/>
          <p:nvPr/>
        </p:nvSpPr>
        <p:spPr>
          <a:xfrm>
            <a:off x="11156146" y="1207008"/>
            <a:ext cx="103172" cy="59436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268"/>
          <p:cNvSpPr/>
          <p:nvPr/>
        </p:nvSpPr>
        <p:spPr>
          <a:xfrm>
            <a:off x="11257489" y="1207008"/>
            <a:ext cx="103172" cy="59436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1" name="Shape 269"/>
          <p:cNvSpPr/>
          <p:nvPr/>
        </p:nvSpPr>
        <p:spPr>
          <a:xfrm>
            <a:off x="11358832" y="1207008"/>
            <a:ext cx="103172" cy="5943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2" name="Shape 270"/>
          <p:cNvSpPr/>
          <p:nvPr/>
        </p:nvSpPr>
        <p:spPr>
          <a:xfrm>
            <a:off x="6457036" y="1435608"/>
            <a:ext cx="1929384" cy="29260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Text 271"/>
          <p:cNvSpPr/>
          <p:nvPr/>
        </p:nvSpPr>
        <p:spPr>
          <a:xfrm>
            <a:off x="6457036" y="1435608"/>
            <a:ext cx="19293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ASSURANCE</a:t>
            </a:r>
            <a:endParaRPr lang="en-US" sz="1100" dirty="0"/>
          </a:p>
        </p:txBody>
      </p:sp>
      <p:sp>
        <p:nvSpPr>
          <p:cNvPr id="274" name="Text 272"/>
          <p:cNvSpPr/>
          <p:nvPr/>
        </p:nvSpPr>
        <p:spPr>
          <a:xfrm>
            <a:off x="6484468" y="1847088"/>
            <a:ext cx="488426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it’s safe</a:t>
            </a:r>
            <a:endParaRPr lang="en-US" sz="1800" dirty="0"/>
          </a:p>
        </p:txBody>
      </p:sp>
      <p:sp>
        <p:nvSpPr>
          <p:cNvPr id="275" name="Text 273"/>
          <p:cNvSpPr/>
          <p:nvPr/>
        </p:nvSpPr>
        <p:spPr>
          <a:xfrm>
            <a:off x="6530188" y="2212848"/>
            <a:ext cx="4792828" cy="12527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engine is </a:t>
            </a:r>
            <a:r>
              <a:rPr lang="en-US" sz="125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authoritative</a:t>
            </a: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(AI cannot alter scoring)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direct Azure access from Copilot (read‑only collectors)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Tool‑restricted orchestration (no arbitrary shell or mutation)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Artifacts confined to out/ with auditable run_id logging</a:t>
            </a:r>
            <a:endParaRPr lang="en-US" sz="1250" dirty="0"/>
          </a:p>
        </p:txBody>
      </p:sp>
      <p:sp>
        <p:nvSpPr>
          <p:cNvPr id="276" name="Shape 274"/>
          <p:cNvSpPr/>
          <p:nvPr/>
        </p:nvSpPr>
        <p:spPr>
          <a:xfrm>
            <a:off x="630936" y="3922776"/>
            <a:ext cx="5341468" cy="2084832"/>
          </a:xfrm>
          <a:prstGeom prst="roundRect">
            <a:avLst>
              <a:gd name="adj" fmla="val 7895"/>
            </a:avLst>
          </a:prstGeom>
          <a:solidFill>
            <a:srgbClr val="D5D3DA"/>
          </a:solidFill>
          <a:ln w="12700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7" name="Shape 275"/>
          <p:cNvSpPr/>
          <p:nvPr/>
        </p:nvSpPr>
        <p:spPr>
          <a:xfrm>
            <a:off x="594360" y="3886200"/>
            <a:ext cx="5341468" cy="208483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8" name="Shape 276"/>
          <p:cNvSpPr/>
          <p:nvPr/>
        </p:nvSpPr>
        <p:spPr>
          <a:xfrm>
            <a:off x="731520" y="3886200"/>
            <a:ext cx="103172" cy="59436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Shape 277"/>
          <p:cNvSpPr/>
          <p:nvPr/>
        </p:nvSpPr>
        <p:spPr>
          <a:xfrm>
            <a:off x="832863" y="3886200"/>
            <a:ext cx="103172" cy="59436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0" name="Shape 278"/>
          <p:cNvSpPr/>
          <p:nvPr/>
        </p:nvSpPr>
        <p:spPr>
          <a:xfrm>
            <a:off x="934206" y="3886200"/>
            <a:ext cx="103172" cy="59436"/>
          </a:xfrm>
          <a:prstGeom prst="rect">
            <a:avLst/>
          </a:prstGeom>
          <a:solidFill>
            <a:srgbClr val="8750D7"/>
          </a:solidFill>
          <a:ln w="12700">
            <a:solidFill>
              <a:srgbClr val="87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1" name="Shape 279"/>
          <p:cNvSpPr/>
          <p:nvPr/>
        </p:nvSpPr>
        <p:spPr>
          <a:xfrm>
            <a:off x="1035549" y="3886200"/>
            <a:ext cx="103172" cy="59436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Shape 280"/>
          <p:cNvSpPr/>
          <p:nvPr/>
        </p:nvSpPr>
        <p:spPr>
          <a:xfrm>
            <a:off x="1136892" y="3886200"/>
            <a:ext cx="103172" cy="59436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3" name="Shape 281"/>
          <p:cNvSpPr/>
          <p:nvPr/>
        </p:nvSpPr>
        <p:spPr>
          <a:xfrm>
            <a:off x="1238235" y="3886200"/>
            <a:ext cx="103172" cy="59436"/>
          </a:xfrm>
          <a:prstGeom prst="rect">
            <a:avLst/>
          </a:prstGeom>
          <a:solidFill>
            <a:srgbClr val="8352D7"/>
          </a:solidFill>
          <a:ln w="12700">
            <a:solidFill>
              <a:srgbClr val="83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4" name="Shape 282"/>
          <p:cNvSpPr/>
          <p:nvPr/>
        </p:nvSpPr>
        <p:spPr>
          <a:xfrm>
            <a:off x="1339578" y="3886200"/>
            <a:ext cx="103172" cy="59436"/>
          </a:xfrm>
          <a:prstGeom prst="rect">
            <a:avLst/>
          </a:prstGeom>
          <a:solidFill>
            <a:srgbClr val="8152D7"/>
          </a:solidFill>
          <a:ln w="12700">
            <a:solidFill>
              <a:srgbClr val="81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Shape 283"/>
          <p:cNvSpPr/>
          <p:nvPr/>
        </p:nvSpPr>
        <p:spPr>
          <a:xfrm>
            <a:off x="1440921" y="3886200"/>
            <a:ext cx="103172" cy="59436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6" name="Shape 284"/>
          <p:cNvSpPr/>
          <p:nvPr/>
        </p:nvSpPr>
        <p:spPr>
          <a:xfrm>
            <a:off x="1542264" y="3886200"/>
            <a:ext cx="103172" cy="59436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7" name="Shape 285"/>
          <p:cNvSpPr/>
          <p:nvPr/>
        </p:nvSpPr>
        <p:spPr>
          <a:xfrm>
            <a:off x="1643607" y="3886200"/>
            <a:ext cx="103172" cy="59436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Shape 286"/>
          <p:cNvSpPr/>
          <p:nvPr/>
        </p:nvSpPr>
        <p:spPr>
          <a:xfrm>
            <a:off x="1744950" y="3886200"/>
            <a:ext cx="103172" cy="59436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9" name="Shape 287"/>
          <p:cNvSpPr/>
          <p:nvPr/>
        </p:nvSpPr>
        <p:spPr>
          <a:xfrm>
            <a:off x="1846292" y="3886200"/>
            <a:ext cx="103172" cy="59436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Shape 288"/>
          <p:cNvSpPr/>
          <p:nvPr/>
        </p:nvSpPr>
        <p:spPr>
          <a:xfrm>
            <a:off x="1947635" y="3886200"/>
            <a:ext cx="103172" cy="59436"/>
          </a:xfrm>
          <a:prstGeom prst="rect">
            <a:avLst/>
          </a:prstGeom>
          <a:solidFill>
            <a:srgbClr val="7954D7"/>
          </a:solidFill>
          <a:ln w="12700">
            <a:solidFill>
              <a:srgbClr val="79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Shape 289"/>
          <p:cNvSpPr/>
          <p:nvPr/>
        </p:nvSpPr>
        <p:spPr>
          <a:xfrm>
            <a:off x="2048978" y="3886200"/>
            <a:ext cx="103172" cy="59436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2" name="Shape 290"/>
          <p:cNvSpPr/>
          <p:nvPr/>
        </p:nvSpPr>
        <p:spPr>
          <a:xfrm>
            <a:off x="2150321" y="3886200"/>
            <a:ext cx="103172" cy="59436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Shape 291"/>
          <p:cNvSpPr/>
          <p:nvPr/>
        </p:nvSpPr>
        <p:spPr>
          <a:xfrm>
            <a:off x="2251664" y="3886200"/>
            <a:ext cx="103172" cy="59436"/>
          </a:xfrm>
          <a:prstGeom prst="rect">
            <a:avLst/>
          </a:prstGeom>
          <a:solidFill>
            <a:srgbClr val="7556D7"/>
          </a:solidFill>
          <a:ln w="12700">
            <a:solidFill>
              <a:srgbClr val="75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Shape 292"/>
          <p:cNvSpPr/>
          <p:nvPr/>
        </p:nvSpPr>
        <p:spPr>
          <a:xfrm>
            <a:off x="2353007" y="3886200"/>
            <a:ext cx="103172" cy="59436"/>
          </a:xfrm>
          <a:prstGeom prst="rect">
            <a:avLst/>
          </a:prstGeom>
          <a:solidFill>
            <a:srgbClr val="7356D7"/>
          </a:solidFill>
          <a:ln w="12700">
            <a:solidFill>
              <a:srgbClr val="73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5" name="Shape 293"/>
          <p:cNvSpPr/>
          <p:nvPr/>
        </p:nvSpPr>
        <p:spPr>
          <a:xfrm>
            <a:off x="2454350" y="3886200"/>
            <a:ext cx="103172" cy="59436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Shape 294"/>
          <p:cNvSpPr/>
          <p:nvPr/>
        </p:nvSpPr>
        <p:spPr>
          <a:xfrm>
            <a:off x="2555693" y="3886200"/>
            <a:ext cx="103172" cy="59436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7" name="Shape 295"/>
          <p:cNvSpPr/>
          <p:nvPr/>
        </p:nvSpPr>
        <p:spPr>
          <a:xfrm>
            <a:off x="2657036" y="3886200"/>
            <a:ext cx="103172" cy="59436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Shape 296"/>
          <p:cNvSpPr/>
          <p:nvPr/>
        </p:nvSpPr>
        <p:spPr>
          <a:xfrm>
            <a:off x="2758379" y="3886200"/>
            <a:ext cx="103172" cy="59436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9" name="Shape 297"/>
          <p:cNvSpPr/>
          <p:nvPr/>
        </p:nvSpPr>
        <p:spPr>
          <a:xfrm>
            <a:off x="2859722" y="3886200"/>
            <a:ext cx="103172" cy="59436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Shape 298"/>
          <p:cNvSpPr/>
          <p:nvPr/>
        </p:nvSpPr>
        <p:spPr>
          <a:xfrm>
            <a:off x="2961065" y="3886200"/>
            <a:ext cx="103172" cy="59436"/>
          </a:xfrm>
          <a:prstGeom prst="rect">
            <a:avLst/>
          </a:prstGeom>
          <a:solidFill>
            <a:srgbClr val="6B58D7"/>
          </a:solidFill>
          <a:ln w="12700">
            <a:solidFill>
              <a:srgbClr val="6B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Shape 299"/>
          <p:cNvSpPr/>
          <p:nvPr/>
        </p:nvSpPr>
        <p:spPr>
          <a:xfrm>
            <a:off x="3062408" y="3886200"/>
            <a:ext cx="103172" cy="59436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2" name="Shape 300"/>
          <p:cNvSpPr/>
          <p:nvPr/>
        </p:nvSpPr>
        <p:spPr>
          <a:xfrm>
            <a:off x="3163751" y="3886200"/>
            <a:ext cx="103172" cy="59436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3" name="Shape 301"/>
          <p:cNvSpPr/>
          <p:nvPr/>
        </p:nvSpPr>
        <p:spPr>
          <a:xfrm>
            <a:off x="3265094" y="3886200"/>
            <a:ext cx="103172" cy="59436"/>
          </a:xfrm>
          <a:prstGeom prst="rect">
            <a:avLst/>
          </a:prstGeom>
          <a:solidFill>
            <a:srgbClr val="675AD6"/>
          </a:solidFill>
          <a:ln w="12700">
            <a:solidFill>
              <a:srgbClr val="67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4" name="Shape 302"/>
          <p:cNvSpPr/>
          <p:nvPr/>
        </p:nvSpPr>
        <p:spPr>
          <a:xfrm>
            <a:off x="3366437" y="3886200"/>
            <a:ext cx="103172" cy="59436"/>
          </a:xfrm>
          <a:prstGeom prst="rect">
            <a:avLst/>
          </a:prstGeom>
          <a:solidFill>
            <a:srgbClr val="655AD6"/>
          </a:solidFill>
          <a:ln w="12700">
            <a:solidFill>
              <a:srgbClr val="65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5" name="Shape 303"/>
          <p:cNvSpPr/>
          <p:nvPr/>
        </p:nvSpPr>
        <p:spPr>
          <a:xfrm>
            <a:off x="3467780" y="3886200"/>
            <a:ext cx="103172" cy="59436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Shape 304"/>
          <p:cNvSpPr/>
          <p:nvPr/>
        </p:nvSpPr>
        <p:spPr>
          <a:xfrm>
            <a:off x="3569123" y="3886200"/>
            <a:ext cx="103172" cy="59436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7" name="Shape 305"/>
          <p:cNvSpPr/>
          <p:nvPr/>
        </p:nvSpPr>
        <p:spPr>
          <a:xfrm>
            <a:off x="3670466" y="3886200"/>
            <a:ext cx="103172" cy="59436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8" name="Shape 306"/>
          <p:cNvSpPr/>
          <p:nvPr/>
        </p:nvSpPr>
        <p:spPr>
          <a:xfrm>
            <a:off x="3771809" y="3886200"/>
            <a:ext cx="103172" cy="59436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9" name="Shape 307"/>
          <p:cNvSpPr/>
          <p:nvPr/>
        </p:nvSpPr>
        <p:spPr>
          <a:xfrm>
            <a:off x="3873152" y="3886200"/>
            <a:ext cx="103172" cy="59436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0" name="Shape 308"/>
          <p:cNvSpPr/>
          <p:nvPr/>
        </p:nvSpPr>
        <p:spPr>
          <a:xfrm>
            <a:off x="3974494" y="3886200"/>
            <a:ext cx="103172" cy="59436"/>
          </a:xfrm>
          <a:prstGeom prst="rect">
            <a:avLst/>
          </a:prstGeom>
          <a:solidFill>
            <a:srgbClr val="5D5CD6"/>
          </a:solidFill>
          <a:ln w="12700">
            <a:solidFill>
              <a:srgbClr val="5D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Shape 309"/>
          <p:cNvSpPr/>
          <p:nvPr/>
        </p:nvSpPr>
        <p:spPr>
          <a:xfrm>
            <a:off x="4075837" y="3886200"/>
            <a:ext cx="103172" cy="59436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2" name="Shape 310"/>
          <p:cNvSpPr/>
          <p:nvPr/>
        </p:nvSpPr>
        <p:spPr>
          <a:xfrm>
            <a:off x="4177180" y="3886200"/>
            <a:ext cx="103172" cy="59436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3" name="Shape 311"/>
          <p:cNvSpPr/>
          <p:nvPr/>
        </p:nvSpPr>
        <p:spPr>
          <a:xfrm>
            <a:off x="4278523" y="3886200"/>
            <a:ext cx="103172" cy="59436"/>
          </a:xfrm>
          <a:prstGeom prst="rect">
            <a:avLst/>
          </a:prstGeom>
          <a:solidFill>
            <a:srgbClr val="595ED6"/>
          </a:solidFill>
          <a:ln w="12700">
            <a:solidFill>
              <a:srgbClr val="59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4" name="Shape 312"/>
          <p:cNvSpPr/>
          <p:nvPr/>
        </p:nvSpPr>
        <p:spPr>
          <a:xfrm>
            <a:off x="4379866" y="3886200"/>
            <a:ext cx="103172" cy="59436"/>
          </a:xfrm>
          <a:prstGeom prst="rect">
            <a:avLst/>
          </a:prstGeom>
          <a:solidFill>
            <a:srgbClr val="575ED6"/>
          </a:solidFill>
          <a:ln w="12700">
            <a:solidFill>
              <a:srgbClr val="57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5" name="Shape 313"/>
          <p:cNvSpPr/>
          <p:nvPr/>
        </p:nvSpPr>
        <p:spPr>
          <a:xfrm>
            <a:off x="4481209" y="3886200"/>
            <a:ext cx="103172" cy="59436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6" name="Shape 314"/>
          <p:cNvSpPr/>
          <p:nvPr/>
        </p:nvSpPr>
        <p:spPr>
          <a:xfrm>
            <a:off x="4582552" y="3886200"/>
            <a:ext cx="103172" cy="59436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7" name="Shape 315"/>
          <p:cNvSpPr/>
          <p:nvPr/>
        </p:nvSpPr>
        <p:spPr>
          <a:xfrm>
            <a:off x="4683895" y="3886200"/>
            <a:ext cx="103172" cy="59436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8" name="Shape 316"/>
          <p:cNvSpPr/>
          <p:nvPr/>
        </p:nvSpPr>
        <p:spPr>
          <a:xfrm>
            <a:off x="4785238" y="3886200"/>
            <a:ext cx="103172" cy="59436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9" name="Shape 317"/>
          <p:cNvSpPr/>
          <p:nvPr/>
        </p:nvSpPr>
        <p:spPr>
          <a:xfrm>
            <a:off x="4886581" y="3886200"/>
            <a:ext cx="103172" cy="59436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0" name="Shape 318"/>
          <p:cNvSpPr/>
          <p:nvPr/>
        </p:nvSpPr>
        <p:spPr>
          <a:xfrm>
            <a:off x="4987924" y="3886200"/>
            <a:ext cx="103172" cy="59436"/>
          </a:xfrm>
          <a:prstGeom prst="rect">
            <a:avLst/>
          </a:prstGeom>
          <a:solidFill>
            <a:srgbClr val="4F60D6"/>
          </a:solidFill>
          <a:ln w="12700">
            <a:solidFill>
              <a:srgbClr val="4F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1" name="Shape 319"/>
          <p:cNvSpPr/>
          <p:nvPr/>
        </p:nvSpPr>
        <p:spPr>
          <a:xfrm>
            <a:off x="5089267" y="3886200"/>
            <a:ext cx="103172" cy="59436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2" name="Shape 320"/>
          <p:cNvSpPr/>
          <p:nvPr/>
        </p:nvSpPr>
        <p:spPr>
          <a:xfrm>
            <a:off x="5190610" y="3886200"/>
            <a:ext cx="103172" cy="59436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3" name="Shape 321"/>
          <p:cNvSpPr/>
          <p:nvPr/>
        </p:nvSpPr>
        <p:spPr>
          <a:xfrm>
            <a:off x="5291953" y="3886200"/>
            <a:ext cx="103172" cy="59436"/>
          </a:xfrm>
          <a:prstGeom prst="rect">
            <a:avLst/>
          </a:prstGeom>
          <a:solidFill>
            <a:srgbClr val="4B62D6"/>
          </a:solidFill>
          <a:ln w="12700">
            <a:solidFill>
              <a:srgbClr val="4B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4" name="Shape 322"/>
          <p:cNvSpPr/>
          <p:nvPr/>
        </p:nvSpPr>
        <p:spPr>
          <a:xfrm>
            <a:off x="5393296" y="3886200"/>
            <a:ext cx="103172" cy="59436"/>
          </a:xfrm>
          <a:prstGeom prst="rect">
            <a:avLst/>
          </a:prstGeom>
          <a:solidFill>
            <a:srgbClr val="4962D6"/>
          </a:solidFill>
          <a:ln w="12700">
            <a:solidFill>
              <a:srgbClr val="49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5" name="Shape 323"/>
          <p:cNvSpPr/>
          <p:nvPr/>
        </p:nvSpPr>
        <p:spPr>
          <a:xfrm>
            <a:off x="5494639" y="3886200"/>
            <a:ext cx="103172" cy="59436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6" name="Shape 324"/>
          <p:cNvSpPr/>
          <p:nvPr/>
        </p:nvSpPr>
        <p:spPr>
          <a:xfrm>
            <a:off x="5595982" y="3886200"/>
            <a:ext cx="103172" cy="59436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7" name="Shape 325"/>
          <p:cNvSpPr/>
          <p:nvPr/>
        </p:nvSpPr>
        <p:spPr>
          <a:xfrm>
            <a:off x="5697325" y="3886200"/>
            <a:ext cx="103172" cy="59436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8" name="Shape 326"/>
          <p:cNvSpPr/>
          <p:nvPr/>
        </p:nvSpPr>
        <p:spPr>
          <a:xfrm>
            <a:off x="795528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9" name="Text 327"/>
          <p:cNvSpPr/>
          <p:nvPr/>
        </p:nvSpPr>
        <p:spPr>
          <a:xfrm>
            <a:off x="795528" y="411480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SHIFT</a:t>
            </a:r>
            <a:endParaRPr lang="en-US" sz="1100" dirty="0"/>
          </a:p>
        </p:txBody>
      </p:sp>
      <p:sp>
        <p:nvSpPr>
          <p:cNvPr id="330" name="Text 328"/>
          <p:cNvSpPr/>
          <p:nvPr/>
        </p:nvSpPr>
        <p:spPr>
          <a:xfrm>
            <a:off x="822960" y="4526280"/>
            <a:ext cx="488426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Before → After</a:t>
            </a:r>
            <a:endParaRPr lang="en-US" sz="1800" dirty="0"/>
          </a:p>
        </p:txBody>
      </p:sp>
      <p:sp>
        <p:nvSpPr>
          <p:cNvPr id="331" name="Text 329"/>
          <p:cNvSpPr/>
          <p:nvPr/>
        </p:nvSpPr>
        <p:spPr>
          <a:xfrm>
            <a:off x="868680" y="4892040"/>
            <a:ext cx="479282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interviews → Guided, intent-driven orchestration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 maturity snapshot → </a:t>
            </a:r>
            <a:r>
              <a:rPr lang="en-US" sz="125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deltas </a:t>
            </a: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 time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Variable delivery → Repeatable, auditable outcomes</a:t>
            </a:r>
            <a:endParaRPr lang="en-US" sz="1250" dirty="0"/>
          </a:p>
        </p:txBody>
      </p:sp>
      <p:sp>
        <p:nvSpPr>
          <p:cNvPr id="332" name="Shape 330"/>
          <p:cNvSpPr/>
          <p:nvPr/>
        </p:nvSpPr>
        <p:spPr>
          <a:xfrm>
            <a:off x="6292444" y="3922776"/>
            <a:ext cx="5341468" cy="2084832"/>
          </a:xfrm>
          <a:prstGeom prst="roundRect">
            <a:avLst>
              <a:gd name="adj" fmla="val 7895"/>
            </a:avLst>
          </a:prstGeom>
          <a:solidFill>
            <a:srgbClr val="D5D3DA"/>
          </a:solidFill>
          <a:ln w="12700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3" name="Shape 331"/>
          <p:cNvSpPr/>
          <p:nvPr/>
        </p:nvSpPr>
        <p:spPr>
          <a:xfrm>
            <a:off x="6255868" y="3886200"/>
            <a:ext cx="5341468" cy="208483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4" name="Shape 332"/>
          <p:cNvSpPr/>
          <p:nvPr/>
        </p:nvSpPr>
        <p:spPr>
          <a:xfrm>
            <a:off x="6393028" y="3886200"/>
            <a:ext cx="103172" cy="59436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5" name="Shape 333"/>
          <p:cNvSpPr/>
          <p:nvPr/>
        </p:nvSpPr>
        <p:spPr>
          <a:xfrm>
            <a:off x="6494371" y="3886200"/>
            <a:ext cx="103172" cy="59436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6" name="Shape 334"/>
          <p:cNvSpPr/>
          <p:nvPr/>
        </p:nvSpPr>
        <p:spPr>
          <a:xfrm>
            <a:off x="6595714" y="3886200"/>
            <a:ext cx="103172" cy="59436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7" name="Shape 335"/>
          <p:cNvSpPr/>
          <p:nvPr/>
        </p:nvSpPr>
        <p:spPr>
          <a:xfrm>
            <a:off x="6697056" y="3886200"/>
            <a:ext cx="103172" cy="59436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8" name="Shape 336"/>
          <p:cNvSpPr/>
          <p:nvPr/>
        </p:nvSpPr>
        <p:spPr>
          <a:xfrm>
            <a:off x="6798399" y="3886200"/>
            <a:ext cx="103172" cy="59436"/>
          </a:xfrm>
          <a:prstGeom prst="rect">
            <a:avLst/>
          </a:prstGeom>
          <a:solidFill>
            <a:srgbClr val="3E65D5"/>
          </a:solidFill>
          <a:ln w="12700">
            <a:solidFill>
              <a:srgbClr val="3E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9" name="Shape 337"/>
          <p:cNvSpPr/>
          <p:nvPr/>
        </p:nvSpPr>
        <p:spPr>
          <a:xfrm>
            <a:off x="6899742" y="3886200"/>
            <a:ext cx="103172" cy="59436"/>
          </a:xfrm>
          <a:prstGeom prst="rect">
            <a:avLst/>
          </a:prstGeom>
          <a:solidFill>
            <a:srgbClr val="3D66D5"/>
          </a:solidFill>
          <a:ln w="12700">
            <a:solidFill>
              <a:srgbClr val="3D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0" name="Shape 338"/>
          <p:cNvSpPr/>
          <p:nvPr/>
        </p:nvSpPr>
        <p:spPr>
          <a:xfrm>
            <a:off x="7001085" y="3886200"/>
            <a:ext cx="103172" cy="59436"/>
          </a:xfrm>
          <a:prstGeom prst="rect">
            <a:avLst/>
          </a:prstGeom>
          <a:solidFill>
            <a:srgbClr val="3B66D5"/>
          </a:solidFill>
          <a:ln w="12700">
            <a:solidFill>
              <a:srgbClr val="3B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1" name="Shape 339"/>
          <p:cNvSpPr/>
          <p:nvPr/>
        </p:nvSpPr>
        <p:spPr>
          <a:xfrm>
            <a:off x="7102428" y="3886200"/>
            <a:ext cx="103172" cy="59436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2" name="Shape 340"/>
          <p:cNvSpPr/>
          <p:nvPr/>
        </p:nvSpPr>
        <p:spPr>
          <a:xfrm>
            <a:off x="7203771" y="3886200"/>
            <a:ext cx="103172" cy="59436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3" name="Shape 341"/>
          <p:cNvSpPr/>
          <p:nvPr/>
        </p:nvSpPr>
        <p:spPr>
          <a:xfrm>
            <a:off x="7305114" y="3886200"/>
            <a:ext cx="103172" cy="59436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4" name="Shape 342"/>
          <p:cNvSpPr/>
          <p:nvPr/>
        </p:nvSpPr>
        <p:spPr>
          <a:xfrm>
            <a:off x="7406457" y="3886200"/>
            <a:ext cx="103172" cy="59436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5" name="Shape 343"/>
          <p:cNvSpPr/>
          <p:nvPr/>
        </p:nvSpPr>
        <p:spPr>
          <a:xfrm>
            <a:off x="7507800" y="3886200"/>
            <a:ext cx="103172" cy="59436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6" name="Shape 344"/>
          <p:cNvSpPr/>
          <p:nvPr/>
        </p:nvSpPr>
        <p:spPr>
          <a:xfrm>
            <a:off x="7609143" y="3886200"/>
            <a:ext cx="103172" cy="59436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7" name="Shape 345"/>
          <p:cNvSpPr/>
          <p:nvPr/>
        </p:nvSpPr>
        <p:spPr>
          <a:xfrm>
            <a:off x="7710486" y="3886200"/>
            <a:ext cx="103172" cy="59436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8" name="Shape 346"/>
          <p:cNvSpPr/>
          <p:nvPr/>
        </p:nvSpPr>
        <p:spPr>
          <a:xfrm>
            <a:off x="7811829" y="3886200"/>
            <a:ext cx="103172" cy="59436"/>
          </a:xfrm>
          <a:prstGeom prst="rect">
            <a:avLst/>
          </a:prstGeom>
          <a:solidFill>
            <a:srgbClr val="3069D5"/>
          </a:solidFill>
          <a:ln w="12700">
            <a:solidFill>
              <a:srgbClr val="30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9" name="Shape 347"/>
          <p:cNvSpPr/>
          <p:nvPr/>
        </p:nvSpPr>
        <p:spPr>
          <a:xfrm>
            <a:off x="7913172" y="3886200"/>
            <a:ext cx="103172" cy="59436"/>
          </a:xfrm>
          <a:prstGeom prst="rect">
            <a:avLst/>
          </a:prstGeom>
          <a:solidFill>
            <a:srgbClr val="2F6AD5"/>
          </a:solidFill>
          <a:ln w="12700">
            <a:solidFill>
              <a:srgbClr val="2F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Shape 348"/>
          <p:cNvSpPr/>
          <p:nvPr/>
        </p:nvSpPr>
        <p:spPr>
          <a:xfrm>
            <a:off x="8014515" y="3886200"/>
            <a:ext cx="103172" cy="59436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1" name="Shape 349"/>
          <p:cNvSpPr/>
          <p:nvPr/>
        </p:nvSpPr>
        <p:spPr>
          <a:xfrm>
            <a:off x="8115858" y="3886200"/>
            <a:ext cx="103172" cy="59436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2" name="Shape 350"/>
          <p:cNvSpPr/>
          <p:nvPr/>
        </p:nvSpPr>
        <p:spPr>
          <a:xfrm>
            <a:off x="8217201" y="3886200"/>
            <a:ext cx="103172" cy="59436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3" name="Shape 351"/>
          <p:cNvSpPr/>
          <p:nvPr/>
        </p:nvSpPr>
        <p:spPr>
          <a:xfrm>
            <a:off x="8318544" y="3886200"/>
            <a:ext cx="103172" cy="59436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4" name="Shape 352"/>
          <p:cNvSpPr/>
          <p:nvPr/>
        </p:nvSpPr>
        <p:spPr>
          <a:xfrm>
            <a:off x="8419887" y="3886200"/>
            <a:ext cx="103172" cy="59436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5" name="Shape 353"/>
          <p:cNvSpPr/>
          <p:nvPr/>
        </p:nvSpPr>
        <p:spPr>
          <a:xfrm>
            <a:off x="8521230" y="3886200"/>
            <a:ext cx="103172" cy="59436"/>
          </a:xfrm>
          <a:prstGeom prst="rect">
            <a:avLst/>
          </a:prstGeom>
          <a:solidFill>
            <a:srgbClr val="276CD5"/>
          </a:solidFill>
          <a:ln w="12700">
            <a:solidFill>
              <a:srgbClr val="27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6" name="Shape 354"/>
          <p:cNvSpPr/>
          <p:nvPr/>
        </p:nvSpPr>
        <p:spPr>
          <a:xfrm>
            <a:off x="8622573" y="3886200"/>
            <a:ext cx="103172" cy="59436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7" name="Shape 355"/>
          <p:cNvSpPr/>
          <p:nvPr/>
        </p:nvSpPr>
        <p:spPr>
          <a:xfrm>
            <a:off x="8723915" y="3886200"/>
            <a:ext cx="103172" cy="59436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8" name="Shape 356"/>
          <p:cNvSpPr/>
          <p:nvPr/>
        </p:nvSpPr>
        <p:spPr>
          <a:xfrm>
            <a:off x="8825258" y="3886200"/>
            <a:ext cx="103172" cy="59436"/>
          </a:xfrm>
          <a:prstGeom prst="rect">
            <a:avLst/>
          </a:prstGeom>
          <a:solidFill>
            <a:srgbClr val="226DD5"/>
          </a:solidFill>
          <a:ln w="12700">
            <a:solidFill>
              <a:srgbClr val="22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9" name="Shape 357"/>
          <p:cNvSpPr/>
          <p:nvPr/>
        </p:nvSpPr>
        <p:spPr>
          <a:xfrm>
            <a:off x="8926601" y="3886200"/>
            <a:ext cx="103172" cy="59436"/>
          </a:xfrm>
          <a:prstGeom prst="rect">
            <a:avLst/>
          </a:prstGeom>
          <a:solidFill>
            <a:srgbClr val="216ED4"/>
          </a:solidFill>
          <a:ln w="12700">
            <a:solidFill>
              <a:srgbClr val="21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0" name="Shape 358"/>
          <p:cNvSpPr/>
          <p:nvPr/>
        </p:nvSpPr>
        <p:spPr>
          <a:xfrm>
            <a:off x="9027944" y="3886200"/>
            <a:ext cx="103172" cy="59436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1" name="Shape 359"/>
          <p:cNvSpPr/>
          <p:nvPr/>
        </p:nvSpPr>
        <p:spPr>
          <a:xfrm>
            <a:off x="9129287" y="3886200"/>
            <a:ext cx="103172" cy="59436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2" name="Shape 360"/>
          <p:cNvSpPr/>
          <p:nvPr/>
        </p:nvSpPr>
        <p:spPr>
          <a:xfrm>
            <a:off x="9230630" y="3886200"/>
            <a:ext cx="103172" cy="59436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3" name="Shape 361"/>
          <p:cNvSpPr/>
          <p:nvPr/>
        </p:nvSpPr>
        <p:spPr>
          <a:xfrm>
            <a:off x="9331973" y="3886200"/>
            <a:ext cx="103172" cy="59436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4" name="Shape 362"/>
          <p:cNvSpPr/>
          <p:nvPr/>
        </p:nvSpPr>
        <p:spPr>
          <a:xfrm>
            <a:off x="9433316" y="3886200"/>
            <a:ext cx="103172" cy="59436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5" name="Shape 363"/>
          <p:cNvSpPr/>
          <p:nvPr/>
        </p:nvSpPr>
        <p:spPr>
          <a:xfrm>
            <a:off x="9534659" y="3886200"/>
            <a:ext cx="103172" cy="59436"/>
          </a:xfrm>
          <a:prstGeom prst="rect">
            <a:avLst/>
          </a:prstGeom>
          <a:solidFill>
            <a:srgbClr val="1970D4"/>
          </a:solidFill>
          <a:ln w="12700">
            <a:solidFill>
              <a:srgbClr val="19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6" name="Shape 364"/>
          <p:cNvSpPr/>
          <p:nvPr/>
        </p:nvSpPr>
        <p:spPr>
          <a:xfrm>
            <a:off x="9636002" y="3886200"/>
            <a:ext cx="103172" cy="59436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7" name="Shape 365"/>
          <p:cNvSpPr/>
          <p:nvPr/>
        </p:nvSpPr>
        <p:spPr>
          <a:xfrm>
            <a:off x="9737345" y="3886200"/>
            <a:ext cx="103172" cy="59436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8" name="Shape 366"/>
          <p:cNvSpPr/>
          <p:nvPr/>
        </p:nvSpPr>
        <p:spPr>
          <a:xfrm>
            <a:off x="9838688" y="3886200"/>
            <a:ext cx="103172" cy="59436"/>
          </a:xfrm>
          <a:prstGeom prst="rect">
            <a:avLst/>
          </a:prstGeom>
          <a:solidFill>
            <a:srgbClr val="1471D4"/>
          </a:solidFill>
          <a:ln w="12700">
            <a:solidFill>
              <a:srgbClr val="14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9" name="Shape 367"/>
          <p:cNvSpPr/>
          <p:nvPr/>
        </p:nvSpPr>
        <p:spPr>
          <a:xfrm>
            <a:off x="9940031" y="3886200"/>
            <a:ext cx="103172" cy="59436"/>
          </a:xfrm>
          <a:prstGeom prst="rect">
            <a:avLst/>
          </a:prstGeom>
          <a:solidFill>
            <a:srgbClr val="1372D4"/>
          </a:solidFill>
          <a:ln w="12700">
            <a:solidFill>
              <a:srgbClr val="13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0" name="Shape 368"/>
          <p:cNvSpPr/>
          <p:nvPr/>
        </p:nvSpPr>
        <p:spPr>
          <a:xfrm>
            <a:off x="10041374" y="3886200"/>
            <a:ext cx="103172" cy="59436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1" name="Shape 369"/>
          <p:cNvSpPr/>
          <p:nvPr/>
        </p:nvSpPr>
        <p:spPr>
          <a:xfrm>
            <a:off x="10142717" y="3886200"/>
            <a:ext cx="103172" cy="59436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2" name="Shape 370"/>
          <p:cNvSpPr/>
          <p:nvPr/>
        </p:nvSpPr>
        <p:spPr>
          <a:xfrm>
            <a:off x="10244060" y="3886200"/>
            <a:ext cx="103172" cy="59436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3" name="Shape 371"/>
          <p:cNvSpPr/>
          <p:nvPr/>
        </p:nvSpPr>
        <p:spPr>
          <a:xfrm>
            <a:off x="10345403" y="3886200"/>
            <a:ext cx="103172" cy="59436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4" name="Shape 372"/>
          <p:cNvSpPr/>
          <p:nvPr/>
        </p:nvSpPr>
        <p:spPr>
          <a:xfrm>
            <a:off x="10446746" y="3886200"/>
            <a:ext cx="103172" cy="59436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5" name="Shape 373"/>
          <p:cNvSpPr/>
          <p:nvPr/>
        </p:nvSpPr>
        <p:spPr>
          <a:xfrm>
            <a:off x="10548089" y="3886200"/>
            <a:ext cx="103172" cy="59436"/>
          </a:xfrm>
          <a:prstGeom prst="rect">
            <a:avLst/>
          </a:prstGeom>
          <a:solidFill>
            <a:srgbClr val="0B74D4"/>
          </a:solidFill>
          <a:ln w="12700">
            <a:solidFill>
              <a:srgbClr val="0B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6" name="Shape 374"/>
          <p:cNvSpPr/>
          <p:nvPr/>
        </p:nvSpPr>
        <p:spPr>
          <a:xfrm>
            <a:off x="10649432" y="3886200"/>
            <a:ext cx="103172" cy="59436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7" name="Shape 375"/>
          <p:cNvSpPr/>
          <p:nvPr/>
        </p:nvSpPr>
        <p:spPr>
          <a:xfrm>
            <a:off x="10750775" y="3886200"/>
            <a:ext cx="103172" cy="59436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8" name="Shape 376"/>
          <p:cNvSpPr/>
          <p:nvPr/>
        </p:nvSpPr>
        <p:spPr>
          <a:xfrm>
            <a:off x="10852117" y="3886200"/>
            <a:ext cx="103172" cy="59436"/>
          </a:xfrm>
          <a:prstGeom prst="rect">
            <a:avLst/>
          </a:prstGeom>
          <a:solidFill>
            <a:srgbClr val="0675D4"/>
          </a:solidFill>
          <a:ln w="12700">
            <a:solidFill>
              <a:srgbClr val="06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9" name="Shape 377"/>
          <p:cNvSpPr/>
          <p:nvPr/>
        </p:nvSpPr>
        <p:spPr>
          <a:xfrm>
            <a:off x="10953460" y="3886200"/>
            <a:ext cx="103172" cy="59436"/>
          </a:xfrm>
          <a:prstGeom prst="rect">
            <a:avLst/>
          </a:prstGeom>
          <a:solidFill>
            <a:srgbClr val="0576D4"/>
          </a:solidFill>
          <a:ln w="12700">
            <a:solidFill>
              <a:srgbClr val="05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0" name="Shape 378"/>
          <p:cNvSpPr/>
          <p:nvPr/>
        </p:nvSpPr>
        <p:spPr>
          <a:xfrm>
            <a:off x="11054803" y="3886200"/>
            <a:ext cx="103172" cy="59436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1" name="Shape 379"/>
          <p:cNvSpPr/>
          <p:nvPr/>
        </p:nvSpPr>
        <p:spPr>
          <a:xfrm>
            <a:off x="11156146" y="3886200"/>
            <a:ext cx="103172" cy="59436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2" name="Shape 380"/>
          <p:cNvSpPr/>
          <p:nvPr/>
        </p:nvSpPr>
        <p:spPr>
          <a:xfrm>
            <a:off x="11257489" y="3886200"/>
            <a:ext cx="103172" cy="59436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3" name="Shape 381"/>
          <p:cNvSpPr/>
          <p:nvPr/>
        </p:nvSpPr>
        <p:spPr>
          <a:xfrm>
            <a:off x="11358832" y="3886200"/>
            <a:ext cx="103172" cy="5943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4" name="Shape 382"/>
          <p:cNvSpPr/>
          <p:nvPr/>
        </p:nvSpPr>
        <p:spPr>
          <a:xfrm>
            <a:off x="645703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5" name="Text 383"/>
          <p:cNvSpPr/>
          <p:nvPr/>
        </p:nvSpPr>
        <p:spPr>
          <a:xfrm>
            <a:off x="6457036" y="4114800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SCALE</a:t>
            </a:r>
            <a:endParaRPr lang="en-US" sz="1100" dirty="0"/>
          </a:p>
        </p:txBody>
      </p:sp>
      <p:sp>
        <p:nvSpPr>
          <p:cNvPr id="386" name="Text 384"/>
          <p:cNvSpPr/>
          <p:nvPr/>
        </p:nvSpPr>
        <p:spPr>
          <a:xfrm>
            <a:off x="6484468" y="4526280"/>
            <a:ext cx="488426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the field uses it</a:t>
            </a:r>
            <a:endParaRPr lang="en-US" sz="1800" dirty="0"/>
          </a:p>
        </p:txBody>
      </p:sp>
      <p:sp>
        <p:nvSpPr>
          <p:cNvPr id="387" name="Text 385"/>
          <p:cNvSpPr/>
          <p:nvPr/>
        </p:nvSpPr>
        <p:spPr>
          <a:xfrm>
            <a:off x="6530188" y="4892040"/>
            <a:ext cx="479282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workshop: intent → run → summary → HTML/Excel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Follow‑up: re‑run to show improvement over time</a:t>
            </a:r>
            <a:endParaRPr lang="en-US" sz="1250" dirty="0"/>
          </a:p>
          <a:p>
            <a:pPr marL="285750" indent="-285750">
              <a:lnSpc>
                <a:spcPct val="11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posture (CI/CD): scheduled runs with delta + artifact tracking</a:t>
            </a:r>
            <a:endParaRPr lang="en-US" sz="1250" dirty="0"/>
          </a:p>
        </p:txBody>
      </p:sp>
      <p:sp>
        <p:nvSpPr>
          <p:cNvPr id="388" name="Shape 386"/>
          <p:cNvSpPr/>
          <p:nvPr/>
        </p:nvSpPr>
        <p:spPr>
          <a:xfrm>
            <a:off x="621792" y="6163056"/>
            <a:ext cx="11002975" cy="329184"/>
          </a:xfrm>
          <a:prstGeom prst="roundRect">
            <a:avLst>
              <a:gd name="adj" fmla="val 50000"/>
            </a:avLst>
          </a:prstGeom>
          <a:solidFill>
            <a:srgbClr val="104581"/>
          </a:solidFill>
          <a:ln w="12700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9" name="Shape 387"/>
          <p:cNvSpPr/>
          <p:nvPr/>
        </p:nvSpPr>
        <p:spPr>
          <a:xfrm>
            <a:off x="594360" y="6135624"/>
            <a:ext cx="11002975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0" name="Shape 388"/>
          <p:cNvSpPr/>
          <p:nvPr/>
        </p:nvSpPr>
        <p:spPr>
          <a:xfrm>
            <a:off x="731520" y="6135624"/>
            <a:ext cx="155095" cy="45720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1" name="Shape 389"/>
          <p:cNvSpPr/>
          <p:nvPr/>
        </p:nvSpPr>
        <p:spPr>
          <a:xfrm>
            <a:off x="884787" y="6135624"/>
            <a:ext cx="155095" cy="45720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2" name="Shape 390"/>
          <p:cNvSpPr/>
          <p:nvPr/>
        </p:nvSpPr>
        <p:spPr>
          <a:xfrm>
            <a:off x="1038053" y="6135624"/>
            <a:ext cx="155095" cy="45720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3" name="Shape 391"/>
          <p:cNvSpPr/>
          <p:nvPr/>
        </p:nvSpPr>
        <p:spPr>
          <a:xfrm>
            <a:off x="1191320" y="6135624"/>
            <a:ext cx="155095" cy="45720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4" name="Shape 392"/>
          <p:cNvSpPr/>
          <p:nvPr/>
        </p:nvSpPr>
        <p:spPr>
          <a:xfrm>
            <a:off x="1344586" y="6135624"/>
            <a:ext cx="155095" cy="45720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5" name="Shape 393"/>
          <p:cNvSpPr/>
          <p:nvPr/>
        </p:nvSpPr>
        <p:spPr>
          <a:xfrm>
            <a:off x="1497853" y="6135624"/>
            <a:ext cx="155095" cy="45720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6" name="Shape 394"/>
          <p:cNvSpPr/>
          <p:nvPr/>
        </p:nvSpPr>
        <p:spPr>
          <a:xfrm>
            <a:off x="1651119" y="6135624"/>
            <a:ext cx="155095" cy="45720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7" name="Shape 395"/>
          <p:cNvSpPr/>
          <p:nvPr/>
        </p:nvSpPr>
        <p:spPr>
          <a:xfrm>
            <a:off x="1804386" y="6135624"/>
            <a:ext cx="155095" cy="45720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8" name="Shape 396"/>
          <p:cNvSpPr/>
          <p:nvPr/>
        </p:nvSpPr>
        <p:spPr>
          <a:xfrm>
            <a:off x="1957652" y="6135624"/>
            <a:ext cx="155095" cy="45720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9" name="Shape 397"/>
          <p:cNvSpPr/>
          <p:nvPr/>
        </p:nvSpPr>
        <p:spPr>
          <a:xfrm>
            <a:off x="2110919" y="6135624"/>
            <a:ext cx="155095" cy="45720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0" name="Shape 398"/>
          <p:cNvSpPr/>
          <p:nvPr/>
        </p:nvSpPr>
        <p:spPr>
          <a:xfrm>
            <a:off x="2264185" y="6135624"/>
            <a:ext cx="155095" cy="45720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1" name="Shape 399"/>
          <p:cNvSpPr/>
          <p:nvPr/>
        </p:nvSpPr>
        <p:spPr>
          <a:xfrm>
            <a:off x="2417452" y="6135624"/>
            <a:ext cx="155095" cy="45720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2" name="Shape 400"/>
          <p:cNvSpPr/>
          <p:nvPr/>
        </p:nvSpPr>
        <p:spPr>
          <a:xfrm>
            <a:off x="2570718" y="6135624"/>
            <a:ext cx="155095" cy="45720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3" name="Shape 401"/>
          <p:cNvSpPr/>
          <p:nvPr/>
        </p:nvSpPr>
        <p:spPr>
          <a:xfrm>
            <a:off x="2723985" y="6135624"/>
            <a:ext cx="155095" cy="45720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4" name="Shape 402"/>
          <p:cNvSpPr/>
          <p:nvPr/>
        </p:nvSpPr>
        <p:spPr>
          <a:xfrm>
            <a:off x="2877251" y="6135624"/>
            <a:ext cx="155095" cy="45720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5" name="Shape 403"/>
          <p:cNvSpPr/>
          <p:nvPr/>
        </p:nvSpPr>
        <p:spPr>
          <a:xfrm>
            <a:off x="3030518" y="6135624"/>
            <a:ext cx="155095" cy="45720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6" name="Shape 404"/>
          <p:cNvSpPr/>
          <p:nvPr/>
        </p:nvSpPr>
        <p:spPr>
          <a:xfrm>
            <a:off x="3183784" y="6135624"/>
            <a:ext cx="155095" cy="45720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7" name="Shape 405"/>
          <p:cNvSpPr/>
          <p:nvPr/>
        </p:nvSpPr>
        <p:spPr>
          <a:xfrm>
            <a:off x="3337051" y="6135624"/>
            <a:ext cx="155095" cy="45720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8" name="Shape 406"/>
          <p:cNvSpPr/>
          <p:nvPr/>
        </p:nvSpPr>
        <p:spPr>
          <a:xfrm>
            <a:off x="3490317" y="6135624"/>
            <a:ext cx="155095" cy="45720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9" name="Shape 407"/>
          <p:cNvSpPr/>
          <p:nvPr/>
        </p:nvSpPr>
        <p:spPr>
          <a:xfrm>
            <a:off x="3643584" y="6135624"/>
            <a:ext cx="155095" cy="45720"/>
          </a:xfrm>
          <a:prstGeom prst="rect">
            <a:avLst/>
          </a:prstGeom>
          <a:solidFill>
            <a:srgbClr val="645BD6"/>
          </a:solidFill>
          <a:ln w="12700">
            <a:solidFill>
              <a:srgbClr val="64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0" name="Shape 408"/>
          <p:cNvSpPr/>
          <p:nvPr/>
        </p:nvSpPr>
        <p:spPr>
          <a:xfrm>
            <a:off x="3796850" y="6135624"/>
            <a:ext cx="155095" cy="45720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1" name="Shape 409"/>
          <p:cNvSpPr/>
          <p:nvPr/>
        </p:nvSpPr>
        <p:spPr>
          <a:xfrm>
            <a:off x="3950117" y="6135624"/>
            <a:ext cx="155095" cy="45720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2" name="Shape 410"/>
          <p:cNvSpPr/>
          <p:nvPr/>
        </p:nvSpPr>
        <p:spPr>
          <a:xfrm>
            <a:off x="4103383" y="6135624"/>
            <a:ext cx="155095" cy="45720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3" name="Shape 411"/>
          <p:cNvSpPr/>
          <p:nvPr/>
        </p:nvSpPr>
        <p:spPr>
          <a:xfrm>
            <a:off x="4256650" y="6135624"/>
            <a:ext cx="155095" cy="45720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4" name="Shape 412"/>
          <p:cNvSpPr/>
          <p:nvPr/>
        </p:nvSpPr>
        <p:spPr>
          <a:xfrm>
            <a:off x="4409916" y="6135624"/>
            <a:ext cx="155095" cy="45720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5" name="Shape 413"/>
          <p:cNvSpPr/>
          <p:nvPr/>
        </p:nvSpPr>
        <p:spPr>
          <a:xfrm>
            <a:off x="4563183" y="6135624"/>
            <a:ext cx="155095" cy="45720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6" name="Shape 414"/>
          <p:cNvSpPr/>
          <p:nvPr/>
        </p:nvSpPr>
        <p:spPr>
          <a:xfrm>
            <a:off x="4716449" y="6135624"/>
            <a:ext cx="155095" cy="45720"/>
          </a:xfrm>
          <a:prstGeom prst="rect">
            <a:avLst/>
          </a:prstGeom>
          <a:solidFill>
            <a:srgbClr val="565FD6"/>
          </a:solidFill>
          <a:ln w="12700">
            <a:solidFill>
              <a:srgbClr val="56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7" name="Shape 415"/>
          <p:cNvSpPr/>
          <p:nvPr/>
        </p:nvSpPr>
        <p:spPr>
          <a:xfrm>
            <a:off x="4869716" y="6135624"/>
            <a:ext cx="155095" cy="45720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8" name="Shape 416"/>
          <p:cNvSpPr/>
          <p:nvPr/>
        </p:nvSpPr>
        <p:spPr>
          <a:xfrm>
            <a:off x="5022982" y="6135624"/>
            <a:ext cx="155095" cy="45720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9" name="Shape 417"/>
          <p:cNvSpPr/>
          <p:nvPr/>
        </p:nvSpPr>
        <p:spPr>
          <a:xfrm>
            <a:off x="5176249" y="6135624"/>
            <a:ext cx="155095" cy="45720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0" name="Shape 418"/>
          <p:cNvSpPr/>
          <p:nvPr/>
        </p:nvSpPr>
        <p:spPr>
          <a:xfrm>
            <a:off x="5329515" y="6135624"/>
            <a:ext cx="155095" cy="45720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1" name="Shape 419"/>
          <p:cNvSpPr/>
          <p:nvPr/>
        </p:nvSpPr>
        <p:spPr>
          <a:xfrm>
            <a:off x="5482782" y="6135624"/>
            <a:ext cx="155095" cy="45720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2" name="Shape 420"/>
          <p:cNvSpPr/>
          <p:nvPr/>
        </p:nvSpPr>
        <p:spPr>
          <a:xfrm>
            <a:off x="5636048" y="6135624"/>
            <a:ext cx="155095" cy="45720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3" name="Shape 421"/>
          <p:cNvSpPr/>
          <p:nvPr/>
        </p:nvSpPr>
        <p:spPr>
          <a:xfrm>
            <a:off x="5789315" y="6135624"/>
            <a:ext cx="155095" cy="45720"/>
          </a:xfrm>
          <a:prstGeom prst="rect">
            <a:avLst/>
          </a:prstGeom>
          <a:solidFill>
            <a:srgbClr val="4863D6"/>
          </a:solidFill>
          <a:ln w="12700">
            <a:solidFill>
              <a:srgbClr val="48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4" name="Shape 422"/>
          <p:cNvSpPr/>
          <p:nvPr/>
        </p:nvSpPr>
        <p:spPr>
          <a:xfrm>
            <a:off x="5942581" y="6135624"/>
            <a:ext cx="155095" cy="45720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5" name="Shape 423"/>
          <p:cNvSpPr/>
          <p:nvPr/>
        </p:nvSpPr>
        <p:spPr>
          <a:xfrm>
            <a:off x="6095848" y="6135624"/>
            <a:ext cx="155095" cy="45720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6" name="Shape 424"/>
          <p:cNvSpPr/>
          <p:nvPr/>
        </p:nvSpPr>
        <p:spPr>
          <a:xfrm>
            <a:off x="6249114" y="6135624"/>
            <a:ext cx="155095" cy="45720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7" name="Shape 425"/>
          <p:cNvSpPr/>
          <p:nvPr/>
        </p:nvSpPr>
        <p:spPr>
          <a:xfrm>
            <a:off x="6402381" y="6135624"/>
            <a:ext cx="155095" cy="45720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8" name="Shape 426"/>
          <p:cNvSpPr/>
          <p:nvPr/>
        </p:nvSpPr>
        <p:spPr>
          <a:xfrm>
            <a:off x="6555647" y="6135624"/>
            <a:ext cx="155095" cy="45720"/>
          </a:xfrm>
          <a:prstGeom prst="rect">
            <a:avLst/>
          </a:prstGeom>
          <a:solidFill>
            <a:srgbClr val="3E66D5"/>
          </a:solidFill>
          <a:ln w="12700">
            <a:solidFill>
              <a:srgbClr val="3E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9" name="Shape 427"/>
          <p:cNvSpPr/>
          <p:nvPr/>
        </p:nvSpPr>
        <p:spPr>
          <a:xfrm>
            <a:off x="6708914" y="6135624"/>
            <a:ext cx="155095" cy="45720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0" name="Shape 428"/>
          <p:cNvSpPr/>
          <p:nvPr/>
        </p:nvSpPr>
        <p:spPr>
          <a:xfrm>
            <a:off x="6862180" y="6135624"/>
            <a:ext cx="155095" cy="45720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1" name="Shape 429"/>
          <p:cNvSpPr/>
          <p:nvPr/>
        </p:nvSpPr>
        <p:spPr>
          <a:xfrm>
            <a:off x="7015447" y="6135624"/>
            <a:ext cx="155095" cy="45720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2" name="Shape 430"/>
          <p:cNvSpPr/>
          <p:nvPr/>
        </p:nvSpPr>
        <p:spPr>
          <a:xfrm>
            <a:off x="7168713" y="6135624"/>
            <a:ext cx="155095" cy="45720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3" name="Shape 431"/>
          <p:cNvSpPr/>
          <p:nvPr/>
        </p:nvSpPr>
        <p:spPr>
          <a:xfrm>
            <a:off x="7321980" y="6135624"/>
            <a:ext cx="155095" cy="45720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4" name="Shape 432"/>
          <p:cNvSpPr/>
          <p:nvPr/>
        </p:nvSpPr>
        <p:spPr>
          <a:xfrm>
            <a:off x="7475246" y="6135624"/>
            <a:ext cx="155095" cy="45720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5" name="Shape 433"/>
          <p:cNvSpPr/>
          <p:nvPr/>
        </p:nvSpPr>
        <p:spPr>
          <a:xfrm>
            <a:off x="7628513" y="6135624"/>
            <a:ext cx="155095" cy="45720"/>
          </a:xfrm>
          <a:prstGeom prst="rect">
            <a:avLst/>
          </a:prstGeom>
          <a:solidFill>
            <a:srgbClr val="306AD5"/>
          </a:solidFill>
          <a:ln w="12700">
            <a:solidFill>
              <a:srgbClr val="30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6" name="Shape 434"/>
          <p:cNvSpPr/>
          <p:nvPr/>
        </p:nvSpPr>
        <p:spPr>
          <a:xfrm>
            <a:off x="7781779" y="6135624"/>
            <a:ext cx="155095" cy="45720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7" name="Shape 435"/>
          <p:cNvSpPr/>
          <p:nvPr/>
        </p:nvSpPr>
        <p:spPr>
          <a:xfrm>
            <a:off x="7935046" y="6135624"/>
            <a:ext cx="155095" cy="45720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8" name="Shape 436"/>
          <p:cNvSpPr/>
          <p:nvPr/>
        </p:nvSpPr>
        <p:spPr>
          <a:xfrm>
            <a:off x="8088312" y="6135624"/>
            <a:ext cx="155095" cy="45720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9" name="Shape 437"/>
          <p:cNvSpPr/>
          <p:nvPr/>
        </p:nvSpPr>
        <p:spPr>
          <a:xfrm>
            <a:off x="8241579" y="6135624"/>
            <a:ext cx="155095" cy="45720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0" name="Shape 438"/>
          <p:cNvSpPr/>
          <p:nvPr/>
        </p:nvSpPr>
        <p:spPr>
          <a:xfrm>
            <a:off x="8394845" y="6135624"/>
            <a:ext cx="155095" cy="45720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1" name="Shape 439"/>
          <p:cNvSpPr/>
          <p:nvPr/>
        </p:nvSpPr>
        <p:spPr>
          <a:xfrm>
            <a:off x="8548112" y="6135624"/>
            <a:ext cx="155095" cy="45720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2" name="Shape 440"/>
          <p:cNvSpPr/>
          <p:nvPr/>
        </p:nvSpPr>
        <p:spPr>
          <a:xfrm>
            <a:off x="8701378" y="6135624"/>
            <a:ext cx="155095" cy="45720"/>
          </a:xfrm>
          <a:prstGeom prst="rect">
            <a:avLst/>
          </a:prstGeom>
          <a:solidFill>
            <a:srgbClr val="226ED4"/>
          </a:solidFill>
          <a:ln w="12700">
            <a:solidFill>
              <a:srgbClr val="22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3" name="Shape 441"/>
          <p:cNvSpPr/>
          <p:nvPr/>
        </p:nvSpPr>
        <p:spPr>
          <a:xfrm>
            <a:off x="8854645" y="6135624"/>
            <a:ext cx="155095" cy="45720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4" name="Shape 442"/>
          <p:cNvSpPr/>
          <p:nvPr/>
        </p:nvSpPr>
        <p:spPr>
          <a:xfrm>
            <a:off x="9007911" y="6135624"/>
            <a:ext cx="155095" cy="45720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5" name="Shape 443"/>
          <p:cNvSpPr/>
          <p:nvPr/>
        </p:nvSpPr>
        <p:spPr>
          <a:xfrm>
            <a:off x="9161178" y="6135624"/>
            <a:ext cx="155095" cy="45720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6" name="Shape 444"/>
          <p:cNvSpPr/>
          <p:nvPr/>
        </p:nvSpPr>
        <p:spPr>
          <a:xfrm>
            <a:off x="9314444" y="6135624"/>
            <a:ext cx="155095" cy="45720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7" name="Shape 445"/>
          <p:cNvSpPr/>
          <p:nvPr/>
        </p:nvSpPr>
        <p:spPr>
          <a:xfrm>
            <a:off x="9467711" y="6135624"/>
            <a:ext cx="155095" cy="45720"/>
          </a:xfrm>
          <a:prstGeom prst="rect">
            <a:avLst/>
          </a:prstGeom>
          <a:solidFill>
            <a:srgbClr val="1871D4"/>
          </a:solidFill>
          <a:ln w="12700">
            <a:solidFill>
              <a:srgbClr val="18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8" name="Shape 446"/>
          <p:cNvSpPr/>
          <p:nvPr/>
        </p:nvSpPr>
        <p:spPr>
          <a:xfrm>
            <a:off x="9620977" y="6135624"/>
            <a:ext cx="155095" cy="45720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9" name="Shape 447"/>
          <p:cNvSpPr/>
          <p:nvPr/>
        </p:nvSpPr>
        <p:spPr>
          <a:xfrm>
            <a:off x="9774244" y="6135624"/>
            <a:ext cx="155095" cy="45720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0" name="Shape 448"/>
          <p:cNvSpPr/>
          <p:nvPr/>
        </p:nvSpPr>
        <p:spPr>
          <a:xfrm>
            <a:off x="9927510" y="6135624"/>
            <a:ext cx="155095" cy="45720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1" name="Shape 449"/>
          <p:cNvSpPr/>
          <p:nvPr/>
        </p:nvSpPr>
        <p:spPr>
          <a:xfrm>
            <a:off x="10080777" y="6135624"/>
            <a:ext cx="155095" cy="45720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2" name="Shape 450"/>
          <p:cNvSpPr/>
          <p:nvPr/>
        </p:nvSpPr>
        <p:spPr>
          <a:xfrm>
            <a:off x="10234043" y="6135624"/>
            <a:ext cx="155095" cy="45720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3" name="Shape 451"/>
          <p:cNvSpPr/>
          <p:nvPr/>
        </p:nvSpPr>
        <p:spPr>
          <a:xfrm>
            <a:off x="10387310" y="6135624"/>
            <a:ext cx="155095" cy="45720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4" name="Shape 452"/>
          <p:cNvSpPr/>
          <p:nvPr/>
        </p:nvSpPr>
        <p:spPr>
          <a:xfrm>
            <a:off x="10540576" y="6135624"/>
            <a:ext cx="155095" cy="45720"/>
          </a:xfrm>
          <a:prstGeom prst="rect">
            <a:avLst/>
          </a:prstGeom>
          <a:solidFill>
            <a:srgbClr val="0A75D4"/>
          </a:solidFill>
          <a:ln w="12700">
            <a:solidFill>
              <a:srgbClr val="0A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5" name="Shape 453"/>
          <p:cNvSpPr/>
          <p:nvPr/>
        </p:nvSpPr>
        <p:spPr>
          <a:xfrm>
            <a:off x="10693843" y="6135624"/>
            <a:ext cx="155095" cy="45720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6" name="Shape 454"/>
          <p:cNvSpPr/>
          <p:nvPr/>
        </p:nvSpPr>
        <p:spPr>
          <a:xfrm>
            <a:off x="10847109" y="6135624"/>
            <a:ext cx="155095" cy="45720"/>
          </a:xfrm>
          <a:prstGeom prst="rect">
            <a:avLst/>
          </a:prstGeom>
          <a:solidFill>
            <a:srgbClr val="0676D4"/>
          </a:solidFill>
          <a:ln w="12700">
            <a:solidFill>
              <a:srgbClr val="06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7" name="Shape 455"/>
          <p:cNvSpPr/>
          <p:nvPr/>
        </p:nvSpPr>
        <p:spPr>
          <a:xfrm>
            <a:off x="11000376" y="6135624"/>
            <a:ext cx="155095" cy="45720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8" name="Shape 456"/>
          <p:cNvSpPr/>
          <p:nvPr/>
        </p:nvSpPr>
        <p:spPr>
          <a:xfrm>
            <a:off x="11153642" y="6135624"/>
            <a:ext cx="155095" cy="45720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9" name="Shape 457"/>
          <p:cNvSpPr/>
          <p:nvPr/>
        </p:nvSpPr>
        <p:spPr>
          <a:xfrm>
            <a:off x="11306909" y="6135624"/>
            <a:ext cx="155095" cy="457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0" name="Text 458"/>
          <p:cNvSpPr/>
          <p:nvPr/>
        </p:nvSpPr>
        <p:spPr>
          <a:xfrm>
            <a:off x="594360" y="6135624"/>
            <a:ext cx="1100297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50" b="1">
                <a:solidFill>
                  <a:srgbClr val="1045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data flow: Azure → Deterministic Engine → Copilot Orchestration → Enterprise Outputs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292" cy="64008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5463" y="0"/>
            <a:ext cx="137292" cy="64008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0927" y="0"/>
            <a:ext cx="137292" cy="64008"/>
          </a:xfrm>
          <a:prstGeom prst="rect">
            <a:avLst/>
          </a:prstGeom>
          <a:solidFill>
            <a:srgbClr val="8650D7"/>
          </a:solidFill>
          <a:ln w="12700">
            <a:solidFill>
              <a:srgbClr val="86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06390" y="0"/>
            <a:ext cx="137292" cy="64008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1853" y="0"/>
            <a:ext cx="137292" cy="64008"/>
          </a:xfrm>
          <a:prstGeom prst="rect">
            <a:avLst/>
          </a:prstGeom>
          <a:solidFill>
            <a:srgbClr val="8351D7"/>
          </a:solidFill>
          <a:ln w="12700">
            <a:solidFill>
              <a:srgbClr val="83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77316" y="0"/>
            <a:ext cx="137292" cy="64008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12780" y="0"/>
            <a:ext cx="137292" cy="64008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48243" y="0"/>
            <a:ext cx="137292" cy="64008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83706" y="0"/>
            <a:ext cx="137292" cy="64008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219170" y="0"/>
            <a:ext cx="137292" cy="64008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354633" y="0"/>
            <a:ext cx="137292" cy="64008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490096" y="0"/>
            <a:ext cx="137292" cy="64008"/>
          </a:xfrm>
          <a:prstGeom prst="rect">
            <a:avLst/>
          </a:prstGeom>
          <a:solidFill>
            <a:srgbClr val="7854D7"/>
          </a:solidFill>
          <a:ln w="12700">
            <a:solidFill>
              <a:srgbClr val="78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625559" y="0"/>
            <a:ext cx="137292" cy="64008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761023" y="0"/>
            <a:ext cx="137292" cy="64008"/>
          </a:xfrm>
          <a:prstGeom prst="rect">
            <a:avLst/>
          </a:prstGeom>
          <a:solidFill>
            <a:srgbClr val="7555D7"/>
          </a:solidFill>
          <a:ln w="12700">
            <a:solidFill>
              <a:srgbClr val="75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896486" y="0"/>
            <a:ext cx="137292" cy="64008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031949" y="0"/>
            <a:ext cx="137292" cy="64008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167412" y="0"/>
            <a:ext cx="137292" cy="64008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302876" y="0"/>
            <a:ext cx="137292" cy="64008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438339" y="0"/>
            <a:ext cx="137292" cy="64008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573802" y="0"/>
            <a:ext cx="137292" cy="64008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709266" y="0"/>
            <a:ext cx="137292" cy="64008"/>
          </a:xfrm>
          <a:prstGeom prst="rect">
            <a:avLst/>
          </a:prstGeom>
          <a:solidFill>
            <a:srgbClr val="6A58D7"/>
          </a:solidFill>
          <a:ln w="12700">
            <a:solidFill>
              <a:srgbClr val="6A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844729" y="0"/>
            <a:ext cx="137292" cy="64008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980192" y="0"/>
            <a:ext cx="137292" cy="64008"/>
          </a:xfrm>
          <a:prstGeom prst="rect">
            <a:avLst/>
          </a:prstGeom>
          <a:solidFill>
            <a:srgbClr val="6759D7"/>
          </a:solidFill>
          <a:ln w="12700">
            <a:solidFill>
              <a:srgbClr val="67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115655" y="0"/>
            <a:ext cx="137292" cy="64008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251119" y="0"/>
            <a:ext cx="137292" cy="64008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386582" y="0"/>
            <a:ext cx="137292" cy="64008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522045" y="0"/>
            <a:ext cx="137292" cy="64008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657509" y="0"/>
            <a:ext cx="137292" cy="64008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792972" y="0"/>
            <a:ext cx="137292" cy="64008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928435" y="0"/>
            <a:ext cx="137292" cy="64008"/>
          </a:xfrm>
          <a:prstGeom prst="rect">
            <a:avLst/>
          </a:prstGeom>
          <a:solidFill>
            <a:srgbClr val="5D5DD6"/>
          </a:solidFill>
          <a:ln w="12700">
            <a:solidFill>
              <a:srgbClr val="5D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063898" y="0"/>
            <a:ext cx="137292" cy="64008"/>
          </a:xfrm>
          <a:prstGeom prst="rect">
            <a:avLst/>
          </a:prstGeom>
          <a:solidFill>
            <a:srgbClr val="5B5DD6"/>
          </a:solidFill>
          <a:ln w="12700">
            <a:solidFill>
              <a:srgbClr val="5B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199362" y="0"/>
            <a:ext cx="137292" cy="64008"/>
          </a:xfrm>
          <a:prstGeom prst="rect">
            <a:avLst/>
          </a:prstGeom>
          <a:solidFill>
            <a:srgbClr val="595DD6"/>
          </a:solidFill>
          <a:ln w="12700">
            <a:solidFill>
              <a:srgbClr val="59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334825" y="0"/>
            <a:ext cx="137292" cy="64008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470288" y="0"/>
            <a:ext cx="137292" cy="64008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605752" y="0"/>
            <a:ext cx="137292" cy="64008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41215" y="0"/>
            <a:ext cx="137292" cy="64008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876678" y="0"/>
            <a:ext cx="137292" cy="64008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012141" y="0"/>
            <a:ext cx="137292" cy="64008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147605" y="0"/>
            <a:ext cx="137292" cy="64008"/>
          </a:xfrm>
          <a:prstGeom prst="rect">
            <a:avLst/>
          </a:prstGeom>
          <a:solidFill>
            <a:srgbClr val="4F61D6"/>
          </a:solidFill>
          <a:ln w="12700">
            <a:solidFill>
              <a:srgbClr val="4F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283068" y="0"/>
            <a:ext cx="137292" cy="64008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5418531" y="0"/>
            <a:ext cx="137292" cy="64008"/>
          </a:xfrm>
          <a:prstGeom prst="rect">
            <a:avLst/>
          </a:prstGeom>
          <a:solidFill>
            <a:srgbClr val="4B61D6"/>
          </a:solidFill>
          <a:ln w="12700">
            <a:solidFill>
              <a:srgbClr val="4B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553994" y="0"/>
            <a:ext cx="137292" cy="64008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689458" y="0"/>
            <a:ext cx="137292" cy="64008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824921" y="0"/>
            <a:ext cx="137292" cy="64008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960384" y="0"/>
            <a:ext cx="137292" cy="64008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095848" y="0"/>
            <a:ext cx="137292" cy="64008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6231311" y="0"/>
            <a:ext cx="137292" cy="64008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366774" y="0"/>
            <a:ext cx="137292" cy="64008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502237" y="0"/>
            <a:ext cx="137292" cy="64008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6637701" y="0"/>
            <a:ext cx="137292" cy="64008"/>
          </a:xfrm>
          <a:prstGeom prst="rect">
            <a:avLst/>
          </a:prstGeom>
          <a:solidFill>
            <a:srgbClr val="3E66D5"/>
          </a:solidFill>
          <a:ln w="12700">
            <a:solidFill>
              <a:srgbClr val="3E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6773164" y="0"/>
            <a:ext cx="137292" cy="64008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908627" y="0"/>
            <a:ext cx="137292" cy="64008"/>
          </a:xfrm>
          <a:prstGeom prst="rect">
            <a:avLst/>
          </a:prstGeom>
          <a:solidFill>
            <a:srgbClr val="3A66D5"/>
          </a:solidFill>
          <a:ln w="12700">
            <a:solidFill>
              <a:srgbClr val="3A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044091" y="0"/>
            <a:ext cx="137292" cy="64008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179554" y="0"/>
            <a:ext cx="137292" cy="64008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315017" y="0"/>
            <a:ext cx="137292" cy="64008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450480" y="0"/>
            <a:ext cx="137292" cy="64008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7585944" y="0"/>
            <a:ext cx="137292" cy="64008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7721407" y="0"/>
            <a:ext cx="137292" cy="64008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7856870" y="0"/>
            <a:ext cx="137292" cy="64008"/>
          </a:xfrm>
          <a:prstGeom prst="rect">
            <a:avLst/>
          </a:prstGeom>
          <a:solidFill>
            <a:srgbClr val="306AD5"/>
          </a:solidFill>
          <a:ln w="12700">
            <a:solidFill>
              <a:srgbClr val="30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7992334" y="0"/>
            <a:ext cx="137292" cy="64008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8127797" y="0"/>
            <a:ext cx="137292" cy="64008"/>
          </a:xfrm>
          <a:prstGeom prst="rect">
            <a:avLst/>
          </a:prstGeom>
          <a:solidFill>
            <a:srgbClr val="2C6AD5"/>
          </a:solidFill>
          <a:ln w="12700">
            <a:solidFill>
              <a:srgbClr val="2C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8263260" y="0"/>
            <a:ext cx="137292" cy="64008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8398723" y="0"/>
            <a:ext cx="137292" cy="64008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8534187" y="0"/>
            <a:ext cx="137292" cy="64008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8669650" y="0"/>
            <a:ext cx="137292" cy="64008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8805113" y="0"/>
            <a:ext cx="137292" cy="64008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8940576" y="0"/>
            <a:ext cx="137292" cy="64008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9076040" y="0"/>
            <a:ext cx="137292" cy="64008"/>
          </a:xfrm>
          <a:prstGeom prst="rect">
            <a:avLst/>
          </a:prstGeom>
          <a:solidFill>
            <a:srgbClr val="226ED4"/>
          </a:solidFill>
          <a:ln w="12700">
            <a:solidFill>
              <a:srgbClr val="22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211503" y="0"/>
            <a:ext cx="137292" cy="64008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9346966" y="0"/>
            <a:ext cx="137292" cy="64008"/>
          </a:xfrm>
          <a:prstGeom prst="rect">
            <a:avLst/>
          </a:prstGeom>
          <a:solidFill>
            <a:srgbClr val="1F6FD4"/>
          </a:solidFill>
          <a:ln w="12700">
            <a:solidFill>
              <a:srgbClr val="1F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9482430" y="0"/>
            <a:ext cx="137292" cy="64008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9617893" y="0"/>
            <a:ext cx="137292" cy="64008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9753356" y="0"/>
            <a:ext cx="137292" cy="64008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9888819" y="0"/>
            <a:ext cx="137292" cy="64008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10024283" y="0"/>
            <a:ext cx="137292" cy="64008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10159746" y="0"/>
            <a:ext cx="137292" cy="64008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10295209" y="0"/>
            <a:ext cx="137292" cy="64008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10430673" y="0"/>
            <a:ext cx="137292" cy="64008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0566136" y="0"/>
            <a:ext cx="137292" cy="64008"/>
          </a:xfrm>
          <a:prstGeom prst="rect">
            <a:avLst/>
          </a:prstGeom>
          <a:solidFill>
            <a:srgbClr val="1173D4"/>
          </a:solidFill>
          <a:ln w="12700">
            <a:solidFill>
              <a:srgbClr val="11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10701599" y="0"/>
            <a:ext cx="137292" cy="64008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10837062" y="0"/>
            <a:ext cx="137292" cy="64008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10972526" y="0"/>
            <a:ext cx="137292" cy="64008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11107989" y="0"/>
            <a:ext cx="137292" cy="64008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11243452" y="0"/>
            <a:ext cx="137292" cy="64008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11378916" y="0"/>
            <a:ext cx="137292" cy="64008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11514379" y="0"/>
            <a:ext cx="137292" cy="64008"/>
          </a:xfrm>
          <a:prstGeom prst="rect">
            <a:avLst/>
          </a:prstGeom>
          <a:solidFill>
            <a:srgbClr val="0676D4"/>
          </a:solidFill>
          <a:ln w="12700">
            <a:solidFill>
              <a:srgbClr val="06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11649842" y="0"/>
            <a:ext cx="137292" cy="64008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11785305" y="0"/>
            <a:ext cx="137292" cy="64008"/>
          </a:xfrm>
          <a:prstGeom prst="rect">
            <a:avLst/>
          </a:prstGeom>
          <a:solidFill>
            <a:srgbClr val="0377D4"/>
          </a:solidFill>
          <a:ln w="12700">
            <a:solidFill>
              <a:srgbClr val="03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11920769" y="0"/>
            <a:ext cx="137292" cy="64008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12056232" y="0"/>
            <a:ext cx="137292" cy="6400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502920" y="164592"/>
            <a:ext cx="10515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78D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Copilot‑Governed Azure Landing Zone Orchestration</a:t>
            </a:r>
            <a:endParaRPr lang="en-US" sz="3000" dirty="0"/>
          </a:p>
        </p:txBody>
      </p:sp>
      <p:sp>
        <p:nvSpPr>
          <p:cNvPr id="93" name="Text 91"/>
          <p:cNvSpPr/>
          <p:nvPr/>
        </p:nvSpPr>
        <p:spPr>
          <a:xfrm>
            <a:off x="502920" y="60350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Governance Authority with Guardrailed AI Enrichment</a:t>
            </a:r>
            <a:endParaRPr lang="en-US" sz="1600" dirty="0"/>
          </a:p>
        </p:txBody>
      </p:sp>
      <p:sp>
        <p:nvSpPr>
          <p:cNvPr id="94" name="Shape 92"/>
          <p:cNvSpPr/>
          <p:nvPr/>
        </p:nvSpPr>
        <p:spPr>
          <a:xfrm>
            <a:off x="4892040" y="950976"/>
            <a:ext cx="242316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54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4965192" y="950976"/>
            <a:ext cx="58750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5022113" y="950976"/>
            <a:ext cx="58750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5079035" y="950976"/>
            <a:ext cx="58750" cy="54864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>
            <a:off x="5135956" y="950976"/>
            <a:ext cx="58750" cy="54864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5192878" y="950976"/>
            <a:ext cx="58750" cy="54864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5249799" y="950976"/>
            <a:ext cx="58750" cy="54864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5306720" y="950976"/>
            <a:ext cx="58750" cy="54864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5363642" y="950976"/>
            <a:ext cx="58750" cy="54864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5420563" y="950976"/>
            <a:ext cx="58750" cy="54864"/>
          </a:xfrm>
          <a:prstGeom prst="rect">
            <a:avLst/>
          </a:prstGeom>
          <a:solidFill>
            <a:srgbClr val="6D58D7"/>
          </a:solidFill>
          <a:ln w="12700">
            <a:solidFill>
              <a:srgbClr val="6D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5477485" y="950976"/>
            <a:ext cx="58750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5534406" y="950976"/>
            <a:ext cx="58750" cy="54864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>
            <a:off x="5591327" y="950976"/>
            <a:ext cx="58750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>
            <a:off x="5648249" y="950976"/>
            <a:ext cx="58750" cy="54864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>
            <a:off x="5705170" y="950976"/>
            <a:ext cx="58750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>
            <a:off x="5762092" y="950976"/>
            <a:ext cx="58750" cy="54864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>
            <a:off x="5819013" y="950976"/>
            <a:ext cx="58750" cy="54864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>
            <a:off x="5875934" y="950976"/>
            <a:ext cx="58750" cy="54864"/>
          </a:xfrm>
          <a:prstGeom prst="rect">
            <a:avLst/>
          </a:prstGeom>
          <a:solidFill>
            <a:srgbClr val="5160D6"/>
          </a:solidFill>
          <a:ln w="12700">
            <a:solidFill>
              <a:srgbClr val="51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5932856" y="950976"/>
            <a:ext cx="58750" cy="54864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>
            <a:off x="5989777" y="950976"/>
            <a:ext cx="58750" cy="54864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>
            <a:off x="6046699" y="950976"/>
            <a:ext cx="58750" cy="54864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>
            <a:off x="6103620" y="950976"/>
            <a:ext cx="58750" cy="54864"/>
          </a:xfrm>
          <a:prstGeom prst="rect">
            <a:avLst/>
          </a:prstGeom>
          <a:solidFill>
            <a:srgbClr val="4364D5"/>
          </a:solidFill>
          <a:ln w="12700">
            <a:solidFill>
              <a:srgbClr val="43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>
            <a:off x="6160541" y="950976"/>
            <a:ext cx="58750" cy="54864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>
            <a:off x="6217463" y="950976"/>
            <a:ext cx="58750" cy="54864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>
            <a:off x="6274384" y="950976"/>
            <a:ext cx="58750" cy="54864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>
            <a:off x="6331306" y="950976"/>
            <a:ext cx="58750" cy="54864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>
            <a:off x="6388227" y="950976"/>
            <a:ext cx="58750" cy="54864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6445148" y="950976"/>
            <a:ext cx="58750" cy="54864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>
            <a:off x="6502070" y="950976"/>
            <a:ext cx="58750" cy="54864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>
            <a:off x="6558991" y="950976"/>
            <a:ext cx="58750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>
            <a:off x="6615913" y="950976"/>
            <a:ext cx="58750" cy="54864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>
            <a:off x="6672834" y="950976"/>
            <a:ext cx="58750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6729755" y="950976"/>
            <a:ext cx="58750" cy="54864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>
            <a:off x="6786677" y="950976"/>
            <a:ext cx="58750" cy="54864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>
            <a:off x="6843598" y="950976"/>
            <a:ext cx="58750" cy="54864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>
            <a:off x="6900520" y="950976"/>
            <a:ext cx="58750" cy="54864"/>
          </a:xfrm>
          <a:prstGeom prst="rect">
            <a:avLst/>
          </a:prstGeom>
          <a:solidFill>
            <a:srgbClr val="1172D4"/>
          </a:solidFill>
          <a:ln w="12700">
            <a:solidFill>
              <a:srgbClr val="11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>
            <a:off x="6957441" y="950976"/>
            <a:ext cx="58750" cy="54864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>
            <a:off x="7014362" y="950976"/>
            <a:ext cx="58750" cy="54864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>
            <a:off x="7071284" y="950976"/>
            <a:ext cx="58750" cy="54864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>
            <a:off x="7128205" y="950976"/>
            <a:ext cx="58750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>
            <a:off x="7185127" y="950976"/>
            <a:ext cx="58750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Text 133"/>
          <p:cNvSpPr/>
          <p:nvPr/>
        </p:nvSpPr>
        <p:spPr>
          <a:xfrm>
            <a:off x="4983480" y="1024128"/>
            <a:ext cx="2240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CSA / Enterprise Architect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6099048" y="1408176"/>
            <a:ext cx="0" cy="128016"/>
          </a:xfrm>
          <a:prstGeom prst="line">
            <a:avLst/>
          </a:prstGeom>
          <a:noFill/>
          <a:ln w="19050">
            <a:solidFill>
              <a:srgbClr val="8A50D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>
            <a:off x="3794760" y="1572768"/>
            <a:ext cx="4617720" cy="960120"/>
          </a:xfrm>
          <a:prstGeom prst="roundRect">
            <a:avLst>
              <a:gd name="adj" fmla="val 11429"/>
            </a:avLst>
          </a:prstGeom>
          <a:solidFill>
            <a:srgbClr val="EFEAFF"/>
          </a:solidFill>
          <a:ln w="254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>
            <a:off x="3867912" y="1572768"/>
            <a:ext cx="113614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>
            <a:off x="3979697" y="1572768"/>
            <a:ext cx="113614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>
            <a:off x="4091483" y="1572768"/>
            <a:ext cx="113614" cy="54864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>
            <a:off x="4203268" y="1572768"/>
            <a:ext cx="113614" cy="54864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>
            <a:off x="4315054" y="1572768"/>
            <a:ext cx="113614" cy="54864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>
            <a:off x="4426839" y="1572768"/>
            <a:ext cx="113614" cy="54864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4538624" y="1572768"/>
            <a:ext cx="113614" cy="54864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4650410" y="1572768"/>
            <a:ext cx="113614" cy="54864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>
            <a:off x="4762195" y="1572768"/>
            <a:ext cx="113614" cy="54864"/>
          </a:xfrm>
          <a:prstGeom prst="rect">
            <a:avLst/>
          </a:prstGeom>
          <a:solidFill>
            <a:srgbClr val="6D58D7"/>
          </a:solidFill>
          <a:ln w="12700">
            <a:solidFill>
              <a:srgbClr val="6D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>
            <a:off x="4873981" y="1572768"/>
            <a:ext cx="113614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>
            <a:off x="4985766" y="1572768"/>
            <a:ext cx="113614" cy="54864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5097551" y="1572768"/>
            <a:ext cx="113614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5209337" y="1572768"/>
            <a:ext cx="113614" cy="54864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1" name="Shape 149"/>
          <p:cNvSpPr/>
          <p:nvPr/>
        </p:nvSpPr>
        <p:spPr>
          <a:xfrm>
            <a:off x="5321122" y="1572768"/>
            <a:ext cx="113614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5432908" y="1572768"/>
            <a:ext cx="113614" cy="54864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Shape 151"/>
          <p:cNvSpPr/>
          <p:nvPr/>
        </p:nvSpPr>
        <p:spPr>
          <a:xfrm>
            <a:off x="5544693" y="1572768"/>
            <a:ext cx="113614" cy="54864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4" name="Shape 152"/>
          <p:cNvSpPr/>
          <p:nvPr/>
        </p:nvSpPr>
        <p:spPr>
          <a:xfrm>
            <a:off x="5656478" y="1572768"/>
            <a:ext cx="113614" cy="54864"/>
          </a:xfrm>
          <a:prstGeom prst="rect">
            <a:avLst/>
          </a:prstGeom>
          <a:solidFill>
            <a:srgbClr val="5160D6"/>
          </a:solidFill>
          <a:ln w="12700">
            <a:solidFill>
              <a:srgbClr val="51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5768264" y="1572768"/>
            <a:ext cx="113614" cy="54864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Shape 154"/>
          <p:cNvSpPr/>
          <p:nvPr/>
        </p:nvSpPr>
        <p:spPr>
          <a:xfrm>
            <a:off x="5880049" y="1572768"/>
            <a:ext cx="113614" cy="54864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55"/>
          <p:cNvSpPr/>
          <p:nvPr/>
        </p:nvSpPr>
        <p:spPr>
          <a:xfrm>
            <a:off x="5991835" y="1572768"/>
            <a:ext cx="113614" cy="54864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6103620" y="1572768"/>
            <a:ext cx="113614" cy="54864"/>
          </a:xfrm>
          <a:prstGeom prst="rect">
            <a:avLst/>
          </a:prstGeom>
          <a:solidFill>
            <a:srgbClr val="4364D5"/>
          </a:solidFill>
          <a:ln w="12700">
            <a:solidFill>
              <a:srgbClr val="43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6215405" y="1572768"/>
            <a:ext cx="113614" cy="54864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6327191" y="1572768"/>
            <a:ext cx="113614" cy="54864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6438976" y="1572768"/>
            <a:ext cx="113614" cy="54864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6550762" y="1572768"/>
            <a:ext cx="113614" cy="54864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6662547" y="1572768"/>
            <a:ext cx="113614" cy="54864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6774332" y="1572768"/>
            <a:ext cx="113614" cy="54864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6886118" y="1572768"/>
            <a:ext cx="113614" cy="54864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6997903" y="1572768"/>
            <a:ext cx="113614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7109689" y="1572768"/>
            <a:ext cx="113614" cy="54864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7221474" y="1572768"/>
            <a:ext cx="113614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7333259" y="1572768"/>
            <a:ext cx="113614" cy="54864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7445045" y="1572768"/>
            <a:ext cx="113614" cy="54864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7556830" y="1572768"/>
            <a:ext cx="113614" cy="54864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7668616" y="1572768"/>
            <a:ext cx="113614" cy="54864"/>
          </a:xfrm>
          <a:prstGeom prst="rect">
            <a:avLst/>
          </a:prstGeom>
          <a:solidFill>
            <a:srgbClr val="1172D4"/>
          </a:solidFill>
          <a:ln w="12700">
            <a:solidFill>
              <a:srgbClr val="11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7780401" y="1572768"/>
            <a:ext cx="113614" cy="54864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7892186" y="1572768"/>
            <a:ext cx="113614" cy="54864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8003972" y="1572768"/>
            <a:ext cx="113614" cy="54864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8115757" y="1572768"/>
            <a:ext cx="113614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8227543" y="1572768"/>
            <a:ext cx="113614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3959352" y="1700784"/>
            <a:ext cx="1892808" cy="274320"/>
          </a:xfrm>
          <a:prstGeom prst="roundRect">
            <a:avLst>
              <a:gd name="adj" fmla="val 50000"/>
            </a:avLst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Text 177"/>
          <p:cNvSpPr/>
          <p:nvPr/>
        </p:nvSpPr>
        <p:spPr>
          <a:xfrm>
            <a:off x="3959352" y="1700784"/>
            <a:ext cx="18928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COPILOT SDK</a:t>
            </a:r>
            <a:endParaRPr lang="en-US" sz="1000" dirty="0"/>
          </a:p>
        </p:txBody>
      </p:sp>
      <p:sp>
        <p:nvSpPr>
          <p:cNvPr id="180" name="Text 178"/>
          <p:cNvSpPr/>
          <p:nvPr/>
        </p:nvSpPr>
        <p:spPr>
          <a:xfrm>
            <a:off x="5865762" y="1700784"/>
            <a:ext cx="248785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GitHub Copilot SDK Orchestrator</a:t>
            </a:r>
            <a:endParaRPr lang="en-US" sz="1200" dirty="0"/>
          </a:p>
        </p:txBody>
      </p:sp>
      <p:sp>
        <p:nvSpPr>
          <p:cNvPr id="181" name="Text 179"/>
          <p:cNvSpPr/>
          <p:nvPr/>
        </p:nvSpPr>
        <p:spPr>
          <a:xfrm>
            <a:off x="3794801" y="2029967"/>
            <a:ext cx="4829134" cy="32492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Intent Router  • Guardrailed Tool Calls   • Multi‑Turn Workshop Orchestration</a:t>
            </a:r>
            <a:endParaRPr lang="en-US" sz="1000" dirty="0"/>
          </a:p>
        </p:txBody>
      </p:sp>
      <p:sp>
        <p:nvSpPr>
          <p:cNvPr id="182" name="Text 180"/>
          <p:cNvSpPr/>
          <p:nvPr/>
        </p:nvSpPr>
        <p:spPr>
          <a:xfrm>
            <a:off x="6035040" y="2295144"/>
            <a:ext cx="2194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8A50D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✖ No Direct Azure Access</a:t>
            </a:r>
            <a:endParaRPr lang="en-US" sz="900" dirty="0"/>
          </a:p>
        </p:txBody>
      </p:sp>
      <p:sp>
        <p:nvSpPr>
          <p:cNvPr id="183" name="Shape 181"/>
          <p:cNvSpPr/>
          <p:nvPr/>
        </p:nvSpPr>
        <p:spPr>
          <a:xfrm>
            <a:off x="502920" y="2715768"/>
            <a:ext cx="141846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642938" y="2715768"/>
            <a:ext cx="141846" cy="54864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782955" y="2715768"/>
            <a:ext cx="141846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922973" y="2715768"/>
            <a:ext cx="141846" cy="54864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1062990" y="2715768"/>
            <a:ext cx="141846" cy="54864"/>
          </a:xfrm>
          <a:prstGeom prst="rect">
            <a:avLst/>
          </a:prstGeom>
          <a:solidFill>
            <a:srgbClr val="8352D7"/>
          </a:solidFill>
          <a:ln w="12700">
            <a:solidFill>
              <a:srgbClr val="83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1203008" y="2715768"/>
            <a:ext cx="141846" cy="54864"/>
          </a:xfrm>
          <a:prstGeom prst="rect">
            <a:avLst/>
          </a:prstGeom>
          <a:solidFill>
            <a:srgbClr val="8152D7"/>
          </a:solidFill>
          <a:ln w="12700">
            <a:solidFill>
              <a:srgbClr val="81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1343025" y="2715768"/>
            <a:ext cx="141846" cy="54864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1483043" y="2715768"/>
            <a:ext cx="141846" cy="54864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1623060" y="2715768"/>
            <a:ext cx="141846" cy="54864"/>
          </a:xfrm>
          <a:prstGeom prst="rect">
            <a:avLst/>
          </a:prstGeom>
          <a:solidFill>
            <a:srgbClr val="7C54D7"/>
          </a:solidFill>
          <a:ln w="12700">
            <a:solidFill>
              <a:srgbClr val="7C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1763078" y="2715768"/>
            <a:ext cx="141846" cy="54864"/>
          </a:xfrm>
          <a:prstGeom prst="rect">
            <a:avLst/>
          </a:prstGeom>
          <a:solidFill>
            <a:srgbClr val="7A54D7"/>
          </a:solidFill>
          <a:ln w="12700">
            <a:solidFill>
              <a:srgbClr val="7A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1903095" y="2715768"/>
            <a:ext cx="141846" cy="54864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2043113" y="2715768"/>
            <a:ext cx="141846" cy="54864"/>
          </a:xfrm>
          <a:prstGeom prst="rect">
            <a:avLst/>
          </a:prstGeom>
          <a:solidFill>
            <a:srgbClr val="7655D7"/>
          </a:solidFill>
          <a:ln w="12700">
            <a:solidFill>
              <a:srgbClr val="76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2183130" y="2715768"/>
            <a:ext cx="141846" cy="54864"/>
          </a:xfrm>
          <a:prstGeom prst="rect">
            <a:avLst/>
          </a:prstGeom>
          <a:solidFill>
            <a:srgbClr val="7556D7"/>
          </a:solidFill>
          <a:ln w="12700">
            <a:solidFill>
              <a:srgbClr val="75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2323148" y="2715768"/>
            <a:ext cx="141846" cy="54864"/>
          </a:xfrm>
          <a:prstGeom prst="rect">
            <a:avLst/>
          </a:prstGeom>
          <a:solidFill>
            <a:srgbClr val="7356D7"/>
          </a:solidFill>
          <a:ln w="12700">
            <a:solidFill>
              <a:srgbClr val="73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2463165" y="2715768"/>
            <a:ext cx="141846" cy="54864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2603183" y="2715768"/>
            <a:ext cx="141846" cy="54864"/>
          </a:xfrm>
          <a:prstGeom prst="rect">
            <a:avLst/>
          </a:prstGeom>
          <a:solidFill>
            <a:srgbClr val="6F57D7"/>
          </a:solidFill>
          <a:ln w="12700">
            <a:solidFill>
              <a:srgbClr val="6F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2743200" y="2715768"/>
            <a:ext cx="141846" cy="54864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2883218" y="2715768"/>
            <a:ext cx="141846" cy="54864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3023235" y="2715768"/>
            <a:ext cx="141846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3163253" y="2715768"/>
            <a:ext cx="141846" cy="54864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3303270" y="2715768"/>
            <a:ext cx="141846" cy="54864"/>
          </a:xfrm>
          <a:prstGeom prst="rect">
            <a:avLst/>
          </a:prstGeom>
          <a:solidFill>
            <a:srgbClr val="675AD6"/>
          </a:solidFill>
          <a:ln w="12700">
            <a:solidFill>
              <a:srgbClr val="67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3443288" y="2715768"/>
            <a:ext cx="141846" cy="54864"/>
          </a:xfrm>
          <a:prstGeom prst="rect">
            <a:avLst/>
          </a:prstGeom>
          <a:solidFill>
            <a:srgbClr val="655AD6"/>
          </a:solidFill>
          <a:ln w="12700">
            <a:solidFill>
              <a:srgbClr val="65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3583305" y="2715768"/>
            <a:ext cx="141846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3723323" y="2715768"/>
            <a:ext cx="141846" cy="54864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3863340" y="2715768"/>
            <a:ext cx="141846" cy="54864"/>
          </a:xfrm>
          <a:prstGeom prst="rect">
            <a:avLst/>
          </a:prstGeom>
          <a:solidFill>
            <a:srgbClr val="605CD6"/>
          </a:solidFill>
          <a:ln w="12700">
            <a:solidFill>
              <a:srgbClr val="60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4003358" y="2715768"/>
            <a:ext cx="141846" cy="54864"/>
          </a:xfrm>
          <a:prstGeom prst="rect">
            <a:avLst/>
          </a:prstGeom>
          <a:solidFill>
            <a:srgbClr val="5E5CD6"/>
          </a:solidFill>
          <a:ln w="12700">
            <a:solidFill>
              <a:srgbClr val="5E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4143375" y="2715768"/>
            <a:ext cx="141846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4283393" y="2715768"/>
            <a:ext cx="141846" cy="54864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4423410" y="2715768"/>
            <a:ext cx="141846" cy="54864"/>
          </a:xfrm>
          <a:prstGeom prst="rect">
            <a:avLst/>
          </a:prstGeom>
          <a:solidFill>
            <a:srgbClr val="595ED6"/>
          </a:solidFill>
          <a:ln w="12700">
            <a:solidFill>
              <a:srgbClr val="59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4563428" y="2715768"/>
            <a:ext cx="141846" cy="54864"/>
          </a:xfrm>
          <a:prstGeom prst="rect">
            <a:avLst/>
          </a:prstGeom>
          <a:solidFill>
            <a:srgbClr val="575ED6"/>
          </a:solidFill>
          <a:ln w="12700">
            <a:solidFill>
              <a:srgbClr val="57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Shape 211"/>
          <p:cNvSpPr/>
          <p:nvPr/>
        </p:nvSpPr>
        <p:spPr>
          <a:xfrm>
            <a:off x="4703445" y="2715768"/>
            <a:ext cx="141846" cy="54864"/>
          </a:xfrm>
          <a:prstGeom prst="rect">
            <a:avLst/>
          </a:prstGeom>
          <a:solidFill>
            <a:srgbClr val="555FD6"/>
          </a:solidFill>
          <a:ln w="12700">
            <a:solidFill>
              <a:srgbClr val="55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4" name="Shape 212"/>
          <p:cNvSpPr/>
          <p:nvPr/>
        </p:nvSpPr>
        <p:spPr>
          <a:xfrm>
            <a:off x="4843463" y="2715768"/>
            <a:ext cx="141846" cy="54864"/>
          </a:xfrm>
          <a:prstGeom prst="rect">
            <a:avLst/>
          </a:prstGeom>
          <a:solidFill>
            <a:srgbClr val="535FD6"/>
          </a:solidFill>
          <a:ln w="12700">
            <a:solidFill>
              <a:srgbClr val="53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5" name="Shape 213"/>
          <p:cNvSpPr/>
          <p:nvPr/>
        </p:nvSpPr>
        <p:spPr>
          <a:xfrm>
            <a:off x="4983480" y="2715768"/>
            <a:ext cx="141846" cy="54864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6" name="Shape 214"/>
          <p:cNvSpPr/>
          <p:nvPr/>
        </p:nvSpPr>
        <p:spPr>
          <a:xfrm>
            <a:off x="5123498" y="2715768"/>
            <a:ext cx="141846" cy="54864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7" name="Shape 215"/>
          <p:cNvSpPr/>
          <p:nvPr/>
        </p:nvSpPr>
        <p:spPr>
          <a:xfrm>
            <a:off x="5263515" y="2715768"/>
            <a:ext cx="141846" cy="54864"/>
          </a:xfrm>
          <a:prstGeom prst="rect">
            <a:avLst/>
          </a:prstGeom>
          <a:solidFill>
            <a:srgbClr val="4E61D6"/>
          </a:solidFill>
          <a:ln w="12700">
            <a:solidFill>
              <a:srgbClr val="4E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8" name="Shape 216"/>
          <p:cNvSpPr/>
          <p:nvPr/>
        </p:nvSpPr>
        <p:spPr>
          <a:xfrm>
            <a:off x="5403533" y="2715768"/>
            <a:ext cx="141846" cy="54864"/>
          </a:xfrm>
          <a:prstGeom prst="rect">
            <a:avLst/>
          </a:prstGeom>
          <a:solidFill>
            <a:srgbClr val="4C61D6"/>
          </a:solidFill>
          <a:ln w="12700">
            <a:solidFill>
              <a:srgbClr val="4C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9" name="Shape 217"/>
          <p:cNvSpPr/>
          <p:nvPr/>
        </p:nvSpPr>
        <p:spPr>
          <a:xfrm>
            <a:off x="5543550" y="2715768"/>
            <a:ext cx="141846" cy="54864"/>
          </a:xfrm>
          <a:prstGeom prst="rect">
            <a:avLst/>
          </a:prstGeom>
          <a:solidFill>
            <a:srgbClr val="4B62D6"/>
          </a:solidFill>
          <a:ln w="12700">
            <a:solidFill>
              <a:srgbClr val="4B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0" name="Shape 218"/>
          <p:cNvSpPr/>
          <p:nvPr/>
        </p:nvSpPr>
        <p:spPr>
          <a:xfrm>
            <a:off x="5683568" y="2715768"/>
            <a:ext cx="141846" cy="54864"/>
          </a:xfrm>
          <a:prstGeom prst="rect">
            <a:avLst/>
          </a:prstGeom>
          <a:solidFill>
            <a:srgbClr val="4962D6"/>
          </a:solidFill>
          <a:ln w="12700">
            <a:solidFill>
              <a:srgbClr val="49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1" name="Shape 219"/>
          <p:cNvSpPr/>
          <p:nvPr/>
        </p:nvSpPr>
        <p:spPr>
          <a:xfrm>
            <a:off x="5823585" y="2715768"/>
            <a:ext cx="141846" cy="54864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2" name="Shape 220"/>
          <p:cNvSpPr/>
          <p:nvPr/>
        </p:nvSpPr>
        <p:spPr>
          <a:xfrm>
            <a:off x="5963603" y="2715768"/>
            <a:ext cx="141846" cy="54864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3" name="Shape 221"/>
          <p:cNvSpPr/>
          <p:nvPr/>
        </p:nvSpPr>
        <p:spPr>
          <a:xfrm>
            <a:off x="6103620" y="2715768"/>
            <a:ext cx="141846" cy="54864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4" name="Shape 222"/>
          <p:cNvSpPr/>
          <p:nvPr/>
        </p:nvSpPr>
        <p:spPr>
          <a:xfrm>
            <a:off x="6243638" y="2715768"/>
            <a:ext cx="141846" cy="54864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5" name="Shape 223"/>
          <p:cNvSpPr/>
          <p:nvPr/>
        </p:nvSpPr>
        <p:spPr>
          <a:xfrm>
            <a:off x="6383655" y="2715768"/>
            <a:ext cx="141846" cy="54864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6" name="Shape 224"/>
          <p:cNvSpPr/>
          <p:nvPr/>
        </p:nvSpPr>
        <p:spPr>
          <a:xfrm>
            <a:off x="6523673" y="2715768"/>
            <a:ext cx="141846" cy="54864"/>
          </a:xfrm>
          <a:prstGeom prst="rect">
            <a:avLst/>
          </a:prstGeom>
          <a:solidFill>
            <a:srgbClr val="3E65D5"/>
          </a:solidFill>
          <a:ln w="12700">
            <a:solidFill>
              <a:srgbClr val="3E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7" name="Shape 225"/>
          <p:cNvSpPr/>
          <p:nvPr/>
        </p:nvSpPr>
        <p:spPr>
          <a:xfrm>
            <a:off x="6663690" y="2715768"/>
            <a:ext cx="141846" cy="54864"/>
          </a:xfrm>
          <a:prstGeom prst="rect">
            <a:avLst/>
          </a:prstGeom>
          <a:solidFill>
            <a:srgbClr val="3D66D5"/>
          </a:solidFill>
          <a:ln w="12700">
            <a:solidFill>
              <a:srgbClr val="3D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8" name="Shape 226"/>
          <p:cNvSpPr/>
          <p:nvPr/>
        </p:nvSpPr>
        <p:spPr>
          <a:xfrm>
            <a:off x="6803708" y="2715768"/>
            <a:ext cx="141846" cy="54864"/>
          </a:xfrm>
          <a:prstGeom prst="rect">
            <a:avLst/>
          </a:prstGeom>
          <a:solidFill>
            <a:srgbClr val="3B66D5"/>
          </a:solidFill>
          <a:ln w="12700">
            <a:solidFill>
              <a:srgbClr val="3B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9" name="Shape 227"/>
          <p:cNvSpPr/>
          <p:nvPr/>
        </p:nvSpPr>
        <p:spPr>
          <a:xfrm>
            <a:off x="6943725" y="2715768"/>
            <a:ext cx="141846" cy="54864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0" name="Shape 228"/>
          <p:cNvSpPr/>
          <p:nvPr/>
        </p:nvSpPr>
        <p:spPr>
          <a:xfrm>
            <a:off x="7083743" y="2715768"/>
            <a:ext cx="141846" cy="54864"/>
          </a:xfrm>
          <a:prstGeom prst="rect">
            <a:avLst/>
          </a:prstGeom>
          <a:solidFill>
            <a:srgbClr val="3767D5"/>
          </a:solidFill>
          <a:ln w="12700">
            <a:solidFill>
              <a:srgbClr val="37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1" name="Shape 229"/>
          <p:cNvSpPr/>
          <p:nvPr/>
        </p:nvSpPr>
        <p:spPr>
          <a:xfrm>
            <a:off x="7223760" y="2715768"/>
            <a:ext cx="141846" cy="54864"/>
          </a:xfrm>
          <a:prstGeom prst="rect">
            <a:avLst/>
          </a:prstGeom>
          <a:solidFill>
            <a:srgbClr val="3668D5"/>
          </a:solidFill>
          <a:ln w="12700">
            <a:solidFill>
              <a:srgbClr val="36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2" name="Shape 230"/>
          <p:cNvSpPr/>
          <p:nvPr/>
        </p:nvSpPr>
        <p:spPr>
          <a:xfrm>
            <a:off x="7363778" y="2715768"/>
            <a:ext cx="141846" cy="54864"/>
          </a:xfrm>
          <a:prstGeom prst="rect">
            <a:avLst/>
          </a:prstGeom>
          <a:solidFill>
            <a:srgbClr val="3468D5"/>
          </a:solidFill>
          <a:ln w="12700">
            <a:solidFill>
              <a:srgbClr val="34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3" name="Shape 231"/>
          <p:cNvSpPr/>
          <p:nvPr/>
        </p:nvSpPr>
        <p:spPr>
          <a:xfrm>
            <a:off x="7503795" y="2715768"/>
            <a:ext cx="141846" cy="54864"/>
          </a:xfrm>
          <a:prstGeom prst="rect">
            <a:avLst/>
          </a:prstGeom>
          <a:solidFill>
            <a:srgbClr val="3269D5"/>
          </a:solidFill>
          <a:ln w="12700">
            <a:solidFill>
              <a:srgbClr val="32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4" name="Shape 232"/>
          <p:cNvSpPr/>
          <p:nvPr/>
        </p:nvSpPr>
        <p:spPr>
          <a:xfrm>
            <a:off x="7643813" y="2715768"/>
            <a:ext cx="141846" cy="54864"/>
          </a:xfrm>
          <a:prstGeom prst="rect">
            <a:avLst/>
          </a:prstGeom>
          <a:solidFill>
            <a:srgbClr val="3069D5"/>
          </a:solidFill>
          <a:ln w="12700">
            <a:solidFill>
              <a:srgbClr val="30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5" name="Shape 233"/>
          <p:cNvSpPr/>
          <p:nvPr/>
        </p:nvSpPr>
        <p:spPr>
          <a:xfrm>
            <a:off x="7783830" y="2715768"/>
            <a:ext cx="141846" cy="54864"/>
          </a:xfrm>
          <a:prstGeom prst="rect">
            <a:avLst/>
          </a:prstGeom>
          <a:solidFill>
            <a:srgbClr val="2F6AD5"/>
          </a:solidFill>
          <a:ln w="12700">
            <a:solidFill>
              <a:srgbClr val="2F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6" name="Shape 234"/>
          <p:cNvSpPr/>
          <p:nvPr/>
        </p:nvSpPr>
        <p:spPr>
          <a:xfrm>
            <a:off x="7923848" y="2715768"/>
            <a:ext cx="141846" cy="54864"/>
          </a:xfrm>
          <a:prstGeom prst="rect">
            <a:avLst/>
          </a:prstGeom>
          <a:solidFill>
            <a:srgbClr val="2D6AD5"/>
          </a:solidFill>
          <a:ln w="12700">
            <a:solidFill>
              <a:srgbClr val="2D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7" name="Shape 235"/>
          <p:cNvSpPr/>
          <p:nvPr/>
        </p:nvSpPr>
        <p:spPr>
          <a:xfrm>
            <a:off x="8063865" y="2715768"/>
            <a:ext cx="141846" cy="54864"/>
          </a:xfrm>
          <a:prstGeom prst="rect">
            <a:avLst/>
          </a:prstGeom>
          <a:solidFill>
            <a:srgbClr val="2B6BD5"/>
          </a:solidFill>
          <a:ln w="12700">
            <a:solidFill>
              <a:srgbClr val="2B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8" name="Shape 236"/>
          <p:cNvSpPr/>
          <p:nvPr/>
        </p:nvSpPr>
        <p:spPr>
          <a:xfrm>
            <a:off x="8203883" y="2715768"/>
            <a:ext cx="141846" cy="54864"/>
          </a:xfrm>
          <a:prstGeom prst="rect">
            <a:avLst/>
          </a:prstGeom>
          <a:solidFill>
            <a:srgbClr val="296BD5"/>
          </a:solidFill>
          <a:ln w="12700">
            <a:solidFill>
              <a:srgbClr val="29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9" name="Shape 237"/>
          <p:cNvSpPr/>
          <p:nvPr/>
        </p:nvSpPr>
        <p:spPr>
          <a:xfrm>
            <a:off x="8343900" y="2715768"/>
            <a:ext cx="141846" cy="54864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0" name="Shape 238"/>
          <p:cNvSpPr/>
          <p:nvPr/>
        </p:nvSpPr>
        <p:spPr>
          <a:xfrm>
            <a:off x="8483918" y="2715768"/>
            <a:ext cx="141846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1" name="Shape 239"/>
          <p:cNvSpPr/>
          <p:nvPr/>
        </p:nvSpPr>
        <p:spPr>
          <a:xfrm>
            <a:off x="8623935" y="2715768"/>
            <a:ext cx="141846" cy="54864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2" name="Shape 240"/>
          <p:cNvSpPr/>
          <p:nvPr/>
        </p:nvSpPr>
        <p:spPr>
          <a:xfrm>
            <a:off x="8763953" y="2715768"/>
            <a:ext cx="141846" cy="54864"/>
          </a:xfrm>
          <a:prstGeom prst="rect">
            <a:avLst/>
          </a:prstGeom>
          <a:solidFill>
            <a:srgbClr val="226DD5"/>
          </a:solidFill>
          <a:ln w="12700">
            <a:solidFill>
              <a:srgbClr val="22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3" name="Shape 241"/>
          <p:cNvSpPr/>
          <p:nvPr/>
        </p:nvSpPr>
        <p:spPr>
          <a:xfrm>
            <a:off x="8903970" y="2715768"/>
            <a:ext cx="141846" cy="54864"/>
          </a:xfrm>
          <a:prstGeom prst="rect">
            <a:avLst/>
          </a:prstGeom>
          <a:solidFill>
            <a:srgbClr val="216ED4"/>
          </a:solidFill>
          <a:ln w="12700">
            <a:solidFill>
              <a:srgbClr val="21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4" name="Shape 242"/>
          <p:cNvSpPr/>
          <p:nvPr/>
        </p:nvSpPr>
        <p:spPr>
          <a:xfrm>
            <a:off x="9043988" y="2715768"/>
            <a:ext cx="141846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5" name="Shape 243"/>
          <p:cNvSpPr/>
          <p:nvPr/>
        </p:nvSpPr>
        <p:spPr>
          <a:xfrm>
            <a:off x="9184005" y="2715768"/>
            <a:ext cx="141846" cy="54864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6" name="Shape 244"/>
          <p:cNvSpPr/>
          <p:nvPr/>
        </p:nvSpPr>
        <p:spPr>
          <a:xfrm>
            <a:off x="9324023" y="2715768"/>
            <a:ext cx="141846" cy="54864"/>
          </a:xfrm>
          <a:prstGeom prst="rect">
            <a:avLst/>
          </a:prstGeom>
          <a:solidFill>
            <a:srgbClr val="1B6FD4"/>
          </a:solidFill>
          <a:ln w="12700">
            <a:solidFill>
              <a:srgbClr val="1B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7" name="Shape 245"/>
          <p:cNvSpPr/>
          <p:nvPr/>
        </p:nvSpPr>
        <p:spPr>
          <a:xfrm>
            <a:off x="9464040" y="2715768"/>
            <a:ext cx="141846" cy="54864"/>
          </a:xfrm>
          <a:prstGeom prst="rect">
            <a:avLst/>
          </a:prstGeom>
          <a:solidFill>
            <a:srgbClr val="1A70D4"/>
          </a:solidFill>
          <a:ln w="12700">
            <a:solidFill>
              <a:srgbClr val="1A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8" name="Shape 246"/>
          <p:cNvSpPr/>
          <p:nvPr/>
        </p:nvSpPr>
        <p:spPr>
          <a:xfrm>
            <a:off x="9604058" y="2715768"/>
            <a:ext cx="141846" cy="54864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9" name="Shape 247"/>
          <p:cNvSpPr/>
          <p:nvPr/>
        </p:nvSpPr>
        <p:spPr>
          <a:xfrm>
            <a:off x="9744075" y="2715768"/>
            <a:ext cx="141846" cy="54864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0" name="Shape 248"/>
          <p:cNvSpPr/>
          <p:nvPr/>
        </p:nvSpPr>
        <p:spPr>
          <a:xfrm>
            <a:off x="9884093" y="2715768"/>
            <a:ext cx="141846" cy="54864"/>
          </a:xfrm>
          <a:prstGeom prst="rect">
            <a:avLst/>
          </a:prstGeom>
          <a:solidFill>
            <a:srgbClr val="1471D4"/>
          </a:solidFill>
          <a:ln w="12700">
            <a:solidFill>
              <a:srgbClr val="14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1" name="Shape 249"/>
          <p:cNvSpPr/>
          <p:nvPr/>
        </p:nvSpPr>
        <p:spPr>
          <a:xfrm>
            <a:off x="10024110" y="2715768"/>
            <a:ext cx="141846" cy="54864"/>
          </a:xfrm>
          <a:prstGeom prst="rect">
            <a:avLst/>
          </a:prstGeom>
          <a:solidFill>
            <a:srgbClr val="1372D4"/>
          </a:solidFill>
          <a:ln w="12700">
            <a:solidFill>
              <a:srgbClr val="13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2" name="Shape 250"/>
          <p:cNvSpPr/>
          <p:nvPr/>
        </p:nvSpPr>
        <p:spPr>
          <a:xfrm>
            <a:off x="10164128" y="2715768"/>
            <a:ext cx="141846" cy="54864"/>
          </a:xfrm>
          <a:prstGeom prst="rect">
            <a:avLst/>
          </a:prstGeom>
          <a:solidFill>
            <a:srgbClr val="1172D4"/>
          </a:solidFill>
          <a:ln w="12700">
            <a:solidFill>
              <a:srgbClr val="11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3" name="Shape 251"/>
          <p:cNvSpPr/>
          <p:nvPr/>
        </p:nvSpPr>
        <p:spPr>
          <a:xfrm>
            <a:off x="10304145" y="2715768"/>
            <a:ext cx="141846" cy="54864"/>
          </a:xfrm>
          <a:prstGeom prst="rect">
            <a:avLst/>
          </a:prstGeom>
          <a:solidFill>
            <a:srgbClr val="0F73D4"/>
          </a:solidFill>
          <a:ln w="12700">
            <a:solidFill>
              <a:srgbClr val="0F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4" name="Shape 252"/>
          <p:cNvSpPr/>
          <p:nvPr/>
        </p:nvSpPr>
        <p:spPr>
          <a:xfrm>
            <a:off x="10444163" y="2715768"/>
            <a:ext cx="141846" cy="54864"/>
          </a:xfrm>
          <a:prstGeom prst="rect">
            <a:avLst/>
          </a:prstGeom>
          <a:solidFill>
            <a:srgbClr val="0D73D4"/>
          </a:solidFill>
          <a:ln w="12700">
            <a:solidFill>
              <a:srgbClr val="0D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5" name="Shape 253"/>
          <p:cNvSpPr/>
          <p:nvPr/>
        </p:nvSpPr>
        <p:spPr>
          <a:xfrm>
            <a:off x="10584180" y="2715768"/>
            <a:ext cx="141846" cy="54864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6" name="Shape 254"/>
          <p:cNvSpPr/>
          <p:nvPr/>
        </p:nvSpPr>
        <p:spPr>
          <a:xfrm>
            <a:off x="10724198" y="2715768"/>
            <a:ext cx="141846" cy="54864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7" name="Shape 255"/>
          <p:cNvSpPr/>
          <p:nvPr/>
        </p:nvSpPr>
        <p:spPr>
          <a:xfrm>
            <a:off x="10864215" y="2715768"/>
            <a:ext cx="141846" cy="54864"/>
          </a:xfrm>
          <a:prstGeom prst="rect">
            <a:avLst/>
          </a:prstGeom>
          <a:solidFill>
            <a:srgbClr val="0875D4"/>
          </a:solidFill>
          <a:ln w="12700">
            <a:solidFill>
              <a:srgbClr val="08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8" name="Shape 256"/>
          <p:cNvSpPr/>
          <p:nvPr/>
        </p:nvSpPr>
        <p:spPr>
          <a:xfrm>
            <a:off x="11004233" y="2715768"/>
            <a:ext cx="141846" cy="54864"/>
          </a:xfrm>
          <a:prstGeom prst="rect">
            <a:avLst/>
          </a:prstGeom>
          <a:solidFill>
            <a:srgbClr val="0675D4"/>
          </a:solidFill>
          <a:ln w="12700">
            <a:solidFill>
              <a:srgbClr val="06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9" name="Shape 257"/>
          <p:cNvSpPr/>
          <p:nvPr/>
        </p:nvSpPr>
        <p:spPr>
          <a:xfrm>
            <a:off x="11144250" y="2715768"/>
            <a:ext cx="141846" cy="54864"/>
          </a:xfrm>
          <a:prstGeom prst="rect">
            <a:avLst/>
          </a:prstGeom>
          <a:solidFill>
            <a:srgbClr val="0576D4"/>
          </a:solidFill>
          <a:ln w="12700">
            <a:solidFill>
              <a:srgbClr val="05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0" name="Shape 258"/>
          <p:cNvSpPr/>
          <p:nvPr/>
        </p:nvSpPr>
        <p:spPr>
          <a:xfrm>
            <a:off x="11284268" y="2715768"/>
            <a:ext cx="141846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1" name="Shape 259"/>
          <p:cNvSpPr/>
          <p:nvPr/>
        </p:nvSpPr>
        <p:spPr>
          <a:xfrm>
            <a:off x="11424285" y="2715768"/>
            <a:ext cx="141846" cy="54864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2" name="Shape 260"/>
          <p:cNvSpPr/>
          <p:nvPr/>
        </p:nvSpPr>
        <p:spPr>
          <a:xfrm>
            <a:off x="11564303" y="2715768"/>
            <a:ext cx="141846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Text 261"/>
          <p:cNvSpPr/>
          <p:nvPr/>
        </p:nvSpPr>
        <p:spPr>
          <a:xfrm>
            <a:off x="6233139" y="2532888"/>
            <a:ext cx="455037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45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Immutability Contract — AI Cannot Alter Deterministic Results</a:t>
            </a:r>
            <a:endParaRPr lang="en-US" sz="1100" dirty="0"/>
          </a:p>
        </p:txBody>
      </p:sp>
      <p:sp>
        <p:nvSpPr>
          <p:cNvPr id="264" name="Shape 262"/>
          <p:cNvSpPr/>
          <p:nvPr/>
        </p:nvSpPr>
        <p:spPr>
          <a:xfrm>
            <a:off x="6099044" y="2532888"/>
            <a:ext cx="6405" cy="182880"/>
          </a:xfrm>
          <a:prstGeom prst="line">
            <a:avLst/>
          </a:prstGeom>
          <a:noFill/>
          <a:ln w="19050">
            <a:solidFill>
              <a:srgbClr val="8A50D8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5" name="Shape 263"/>
          <p:cNvSpPr/>
          <p:nvPr/>
        </p:nvSpPr>
        <p:spPr>
          <a:xfrm>
            <a:off x="502921" y="2944368"/>
            <a:ext cx="2295143" cy="2011680"/>
          </a:xfrm>
          <a:prstGeom prst="roundRect">
            <a:avLst>
              <a:gd name="adj" fmla="val 5455"/>
            </a:avLst>
          </a:prstGeom>
          <a:solidFill>
            <a:srgbClr val="EBF3FF"/>
          </a:solidFill>
          <a:ln w="254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Shape 264"/>
          <p:cNvSpPr/>
          <p:nvPr/>
        </p:nvSpPr>
        <p:spPr>
          <a:xfrm>
            <a:off x="576072" y="2944368"/>
            <a:ext cx="61036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265"/>
          <p:cNvSpPr/>
          <p:nvPr/>
        </p:nvSpPr>
        <p:spPr>
          <a:xfrm>
            <a:off x="635279" y="2944368"/>
            <a:ext cx="61036" cy="54864"/>
          </a:xfrm>
          <a:prstGeom prst="rect">
            <a:avLst/>
          </a:prstGeom>
          <a:solidFill>
            <a:srgbClr val="8850D7"/>
          </a:solidFill>
          <a:ln w="12700">
            <a:solidFill>
              <a:srgbClr val="88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Shape 266"/>
          <p:cNvSpPr/>
          <p:nvPr/>
        </p:nvSpPr>
        <p:spPr>
          <a:xfrm>
            <a:off x="694487" y="2944368"/>
            <a:ext cx="61036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267"/>
          <p:cNvSpPr/>
          <p:nvPr/>
        </p:nvSpPr>
        <p:spPr>
          <a:xfrm>
            <a:off x="753694" y="2944368"/>
            <a:ext cx="61036" cy="54864"/>
          </a:xfrm>
          <a:prstGeom prst="rect">
            <a:avLst/>
          </a:prstGeom>
          <a:solidFill>
            <a:srgbClr val="8451D7"/>
          </a:solidFill>
          <a:ln w="12700">
            <a:solidFill>
              <a:srgbClr val="84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268"/>
          <p:cNvSpPr/>
          <p:nvPr/>
        </p:nvSpPr>
        <p:spPr>
          <a:xfrm>
            <a:off x="812902" y="2944368"/>
            <a:ext cx="61036" cy="54864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1" name="Shape 269"/>
          <p:cNvSpPr/>
          <p:nvPr/>
        </p:nvSpPr>
        <p:spPr>
          <a:xfrm>
            <a:off x="872109" y="2944368"/>
            <a:ext cx="61036" cy="54864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2" name="Shape 270"/>
          <p:cNvSpPr/>
          <p:nvPr/>
        </p:nvSpPr>
        <p:spPr>
          <a:xfrm>
            <a:off x="931316" y="2944368"/>
            <a:ext cx="61036" cy="54864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Shape 271"/>
          <p:cNvSpPr/>
          <p:nvPr/>
        </p:nvSpPr>
        <p:spPr>
          <a:xfrm>
            <a:off x="990524" y="2944368"/>
            <a:ext cx="61036" cy="54864"/>
          </a:xfrm>
          <a:prstGeom prst="rect">
            <a:avLst/>
          </a:prstGeom>
          <a:solidFill>
            <a:srgbClr val="7D53D7"/>
          </a:solidFill>
          <a:ln w="12700">
            <a:solidFill>
              <a:srgbClr val="7D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4" name="Shape 272"/>
          <p:cNvSpPr/>
          <p:nvPr/>
        </p:nvSpPr>
        <p:spPr>
          <a:xfrm>
            <a:off x="1049731" y="2944368"/>
            <a:ext cx="61036" cy="54864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5" name="Shape 273"/>
          <p:cNvSpPr/>
          <p:nvPr/>
        </p:nvSpPr>
        <p:spPr>
          <a:xfrm>
            <a:off x="1108939" y="2944368"/>
            <a:ext cx="61036" cy="54864"/>
          </a:xfrm>
          <a:prstGeom prst="rect">
            <a:avLst/>
          </a:prstGeom>
          <a:solidFill>
            <a:srgbClr val="7954D7"/>
          </a:solidFill>
          <a:ln w="12700">
            <a:solidFill>
              <a:srgbClr val="79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6" name="Shape 274"/>
          <p:cNvSpPr/>
          <p:nvPr/>
        </p:nvSpPr>
        <p:spPr>
          <a:xfrm>
            <a:off x="1168146" y="2944368"/>
            <a:ext cx="61036" cy="54864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7" name="Shape 275"/>
          <p:cNvSpPr/>
          <p:nvPr/>
        </p:nvSpPr>
        <p:spPr>
          <a:xfrm>
            <a:off x="1227353" y="2944368"/>
            <a:ext cx="61036" cy="54864"/>
          </a:xfrm>
          <a:prstGeom prst="rect">
            <a:avLst/>
          </a:prstGeom>
          <a:solidFill>
            <a:srgbClr val="7555D7"/>
          </a:solidFill>
          <a:ln w="12700">
            <a:solidFill>
              <a:srgbClr val="75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8" name="Shape 276"/>
          <p:cNvSpPr/>
          <p:nvPr/>
        </p:nvSpPr>
        <p:spPr>
          <a:xfrm>
            <a:off x="1286561" y="2944368"/>
            <a:ext cx="61036" cy="54864"/>
          </a:xfrm>
          <a:prstGeom prst="rect">
            <a:avLst/>
          </a:prstGeom>
          <a:solidFill>
            <a:srgbClr val="7356D7"/>
          </a:solidFill>
          <a:ln w="12700">
            <a:solidFill>
              <a:srgbClr val="73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Shape 277"/>
          <p:cNvSpPr/>
          <p:nvPr/>
        </p:nvSpPr>
        <p:spPr>
          <a:xfrm>
            <a:off x="1345768" y="2944368"/>
            <a:ext cx="61036" cy="54864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0" name="Shape 278"/>
          <p:cNvSpPr/>
          <p:nvPr/>
        </p:nvSpPr>
        <p:spPr>
          <a:xfrm>
            <a:off x="1404976" y="2944368"/>
            <a:ext cx="61036" cy="54864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1" name="Shape 279"/>
          <p:cNvSpPr/>
          <p:nvPr/>
        </p:nvSpPr>
        <p:spPr>
          <a:xfrm>
            <a:off x="1464183" y="2944368"/>
            <a:ext cx="61036" cy="54864"/>
          </a:xfrm>
          <a:prstGeom prst="rect">
            <a:avLst/>
          </a:prstGeom>
          <a:solidFill>
            <a:srgbClr val="6E58D7"/>
          </a:solidFill>
          <a:ln w="12700">
            <a:solidFill>
              <a:srgbClr val="6E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Shape 280"/>
          <p:cNvSpPr/>
          <p:nvPr/>
        </p:nvSpPr>
        <p:spPr>
          <a:xfrm>
            <a:off x="1523390" y="2944368"/>
            <a:ext cx="61036" cy="54864"/>
          </a:xfrm>
          <a:prstGeom prst="rect">
            <a:avLst/>
          </a:prstGeom>
          <a:solidFill>
            <a:srgbClr val="6C58D7"/>
          </a:solidFill>
          <a:ln w="12700">
            <a:solidFill>
              <a:srgbClr val="6C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3" name="Shape 281"/>
          <p:cNvSpPr/>
          <p:nvPr/>
        </p:nvSpPr>
        <p:spPr>
          <a:xfrm>
            <a:off x="1582598" y="2944368"/>
            <a:ext cx="61036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4" name="Shape 282"/>
          <p:cNvSpPr/>
          <p:nvPr/>
        </p:nvSpPr>
        <p:spPr>
          <a:xfrm>
            <a:off x="1641805" y="2944368"/>
            <a:ext cx="61036" cy="54864"/>
          </a:xfrm>
          <a:prstGeom prst="rect">
            <a:avLst/>
          </a:prstGeom>
          <a:solidFill>
            <a:srgbClr val="6859D7"/>
          </a:solidFill>
          <a:ln w="12700">
            <a:solidFill>
              <a:srgbClr val="68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Shape 283"/>
          <p:cNvSpPr/>
          <p:nvPr/>
        </p:nvSpPr>
        <p:spPr>
          <a:xfrm>
            <a:off x="1701013" y="2944368"/>
            <a:ext cx="61036" cy="54864"/>
          </a:xfrm>
          <a:prstGeom prst="rect">
            <a:avLst/>
          </a:prstGeom>
          <a:solidFill>
            <a:srgbClr val="675AD6"/>
          </a:solidFill>
          <a:ln w="12700">
            <a:solidFill>
              <a:srgbClr val="67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6" name="Shape 284"/>
          <p:cNvSpPr/>
          <p:nvPr/>
        </p:nvSpPr>
        <p:spPr>
          <a:xfrm>
            <a:off x="1760220" y="2944368"/>
            <a:ext cx="61036" cy="54864"/>
          </a:xfrm>
          <a:prstGeom prst="rect">
            <a:avLst/>
          </a:prstGeom>
          <a:solidFill>
            <a:srgbClr val="655AD6"/>
          </a:solidFill>
          <a:ln w="12700">
            <a:solidFill>
              <a:srgbClr val="65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7" name="Shape 285"/>
          <p:cNvSpPr/>
          <p:nvPr/>
        </p:nvSpPr>
        <p:spPr>
          <a:xfrm>
            <a:off x="1819427" y="2944368"/>
            <a:ext cx="61036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Shape 286"/>
          <p:cNvSpPr/>
          <p:nvPr/>
        </p:nvSpPr>
        <p:spPr>
          <a:xfrm>
            <a:off x="1878635" y="2944368"/>
            <a:ext cx="61036" cy="54864"/>
          </a:xfrm>
          <a:prstGeom prst="rect">
            <a:avLst/>
          </a:prstGeom>
          <a:solidFill>
            <a:srgbClr val="615BD6"/>
          </a:solidFill>
          <a:ln w="12700">
            <a:solidFill>
              <a:srgbClr val="61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9" name="Shape 287"/>
          <p:cNvSpPr/>
          <p:nvPr/>
        </p:nvSpPr>
        <p:spPr>
          <a:xfrm>
            <a:off x="1937842" y="2944368"/>
            <a:ext cx="61036" cy="54864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Shape 288"/>
          <p:cNvSpPr/>
          <p:nvPr/>
        </p:nvSpPr>
        <p:spPr>
          <a:xfrm>
            <a:off x="1997050" y="2944368"/>
            <a:ext cx="61036" cy="54864"/>
          </a:xfrm>
          <a:prstGeom prst="rect">
            <a:avLst/>
          </a:prstGeom>
          <a:solidFill>
            <a:srgbClr val="5D5CD6"/>
          </a:solidFill>
          <a:ln w="12700">
            <a:solidFill>
              <a:srgbClr val="5D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Shape 289"/>
          <p:cNvSpPr/>
          <p:nvPr/>
        </p:nvSpPr>
        <p:spPr>
          <a:xfrm>
            <a:off x="2056257" y="2944368"/>
            <a:ext cx="61036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2" name="Shape 290"/>
          <p:cNvSpPr/>
          <p:nvPr/>
        </p:nvSpPr>
        <p:spPr>
          <a:xfrm>
            <a:off x="2115464" y="2944368"/>
            <a:ext cx="61036" cy="54864"/>
          </a:xfrm>
          <a:prstGeom prst="rect">
            <a:avLst/>
          </a:prstGeom>
          <a:solidFill>
            <a:srgbClr val="5A5DD6"/>
          </a:solidFill>
          <a:ln w="12700">
            <a:solidFill>
              <a:srgbClr val="5A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Shape 291"/>
          <p:cNvSpPr/>
          <p:nvPr/>
        </p:nvSpPr>
        <p:spPr>
          <a:xfrm>
            <a:off x="2174672" y="2944368"/>
            <a:ext cx="61036" cy="54864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Shape 292"/>
          <p:cNvSpPr/>
          <p:nvPr/>
        </p:nvSpPr>
        <p:spPr>
          <a:xfrm>
            <a:off x="2233879" y="2944368"/>
            <a:ext cx="61036" cy="54864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5" name="Shape 293"/>
          <p:cNvSpPr/>
          <p:nvPr/>
        </p:nvSpPr>
        <p:spPr>
          <a:xfrm>
            <a:off x="2293087" y="2944368"/>
            <a:ext cx="61036" cy="54864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Shape 294"/>
          <p:cNvSpPr/>
          <p:nvPr/>
        </p:nvSpPr>
        <p:spPr>
          <a:xfrm>
            <a:off x="2352294" y="2944368"/>
            <a:ext cx="61036" cy="54864"/>
          </a:xfrm>
          <a:prstGeom prst="rect">
            <a:avLst/>
          </a:prstGeom>
          <a:solidFill>
            <a:srgbClr val="5260D6"/>
          </a:solidFill>
          <a:ln w="12700">
            <a:solidFill>
              <a:srgbClr val="52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7" name="Shape 295"/>
          <p:cNvSpPr/>
          <p:nvPr/>
        </p:nvSpPr>
        <p:spPr>
          <a:xfrm>
            <a:off x="2411501" y="2944368"/>
            <a:ext cx="61036" cy="54864"/>
          </a:xfrm>
          <a:prstGeom prst="rect">
            <a:avLst/>
          </a:prstGeom>
          <a:solidFill>
            <a:srgbClr val="5060D6"/>
          </a:solidFill>
          <a:ln w="12700">
            <a:solidFill>
              <a:srgbClr val="50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Shape 296"/>
          <p:cNvSpPr/>
          <p:nvPr/>
        </p:nvSpPr>
        <p:spPr>
          <a:xfrm>
            <a:off x="2470709" y="2944368"/>
            <a:ext cx="61036" cy="54864"/>
          </a:xfrm>
          <a:prstGeom prst="rect">
            <a:avLst/>
          </a:prstGeom>
          <a:solidFill>
            <a:srgbClr val="4F61D6"/>
          </a:solidFill>
          <a:ln w="12700">
            <a:solidFill>
              <a:srgbClr val="4F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9" name="Shape 297"/>
          <p:cNvSpPr/>
          <p:nvPr/>
        </p:nvSpPr>
        <p:spPr>
          <a:xfrm>
            <a:off x="2529916" y="2944368"/>
            <a:ext cx="61036" cy="54864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Shape 298"/>
          <p:cNvSpPr/>
          <p:nvPr/>
        </p:nvSpPr>
        <p:spPr>
          <a:xfrm>
            <a:off x="2589124" y="2944368"/>
            <a:ext cx="61036" cy="54864"/>
          </a:xfrm>
          <a:prstGeom prst="rect">
            <a:avLst/>
          </a:prstGeom>
          <a:solidFill>
            <a:srgbClr val="4B62D6"/>
          </a:solidFill>
          <a:ln w="12700">
            <a:solidFill>
              <a:srgbClr val="4B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Shape 299"/>
          <p:cNvSpPr/>
          <p:nvPr/>
        </p:nvSpPr>
        <p:spPr>
          <a:xfrm>
            <a:off x="2648331" y="2944368"/>
            <a:ext cx="61036" cy="54864"/>
          </a:xfrm>
          <a:prstGeom prst="rect">
            <a:avLst/>
          </a:prstGeom>
          <a:solidFill>
            <a:srgbClr val="4962D6"/>
          </a:solidFill>
          <a:ln w="12700">
            <a:solidFill>
              <a:srgbClr val="49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Shape 304"/>
          <p:cNvSpPr/>
          <p:nvPr/>
        </p:nvSpPr>
        <p:spPr>
          <a:xfrm>
            <a:off x="640080" y="307238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7" name="Text 305"/>
          <p:cNvSpPr/>
          <p:nvPr/>
        </p:nvSpPr>
        <p:spPr>
          <a:xfrm>
            <a:off x="640080" y="307238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</a:t>
            </a:r>
            <a:endParaRPr lang="en-US" sz="1000" dirty="0"/>
          </a:p>
        </p:txBody>
      </p:sp>
      <p:sp>
        <p:nvSpPr>
          <p:cNvPr id="308" name="Text 306"/>
          <p:cNvSpPr/>
          <p:nvPr/>
        </p:nvSpPr>
        <p:spPr>
          <a:xfrm>
            <a:off x="667512" y="3383280"/>
            <a:ext cx="21854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Azure Environment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(Read‑Only)</a:t>
            </a:r>
            <a:endParaRPr lang="en-US" sz="1300" dirty="0"/>
          </a:p>
        </p:txBody>
      </p:sp>
      <p:sp>
        <p:nvSpPr>
          <p:cNvPr id="309" name="Text 307"/>
          <p:cNvSpPr/>
          <p:nvPr/>
        </p:nvSpPr>
        <p:spPr>
          <a:xfrm>
            <a:off x="704088" y="3840480"/>
            <a:ext cx="211226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Management Groups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Subscriptions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Azure Policy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Defender for Cloud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Resource Graph</a:t>
            </a:r>
            <a:endParaRPr lang="en-US" sz="1100" dirty="0"/>
          </a:p>
        </p:txBody>
      </p:sp>
      <p:sp>
        <p:nvSpPr>
          <p:cNvPr id="310" name="Text 308"/>
          <p:cNvSpPr/>
          <p:nvPr/>
        </p:nvSpPr>
        <p:spPr>
          <a:xfrm>
            <a:off x="502920" y="4992624"/>
            <a:ext cx="2514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RBAC enforced • Read‑only API access</a:t>
            </a:r>
            <a:endParaRPr lang="en-US" sz="900" dirty="0"/>
          </a:p>
        </p:txBody>
      </p:sp>
      <p:sp>
        <p:nvSpPr>
          <p:cNvPr id="311" name="Shape 309"/>
          <p:cNvSpPr/>
          <p:nvPr/>
        </p:nvSpPr>
        <p:spPr>
          <a:xfrm>
            <a:off x="2799892" y="3950208"/>
            <a:ext cx="537667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12" name="Text 310"/>
          <p:cNvSpPr/>
          <p:nvPr/>
        </p:nvSpPr>
        <p:spPr>
          <a:xfrm>
            <a:off x="2760092" y="3646076"/>
            <a:ext cx="6831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Read‑only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800" dirty="0">
                <a:solidFill>
                  <a:srgbClr val="555555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access</a:t>
            </a:r>
            <a:endParaRPr lang="en-US" sz="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3" name="Shape 311"/>
          <p:cNvSpPr/>
          <p:nvPr/>
        </p:nvSpPr>
        <p:spPr>
          <a:xfrm>
            <a:off x="3337560" y="2852928"/>
            <a:ext cx="5074920" cy="219456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25400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4" name="Shape 312"/>
          <p:cNvSpPr/>
          <p:nvPr/>
        </p:nvSpPr>
        <p:spPr>
          <a:xfrm>
            <a:off x="3410712" y="2852928"/>
            <a:ext cx="125044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5" name="Shape 313"/>
          <p:cNvSpPr/>
          <p:nvPr/>
        </p:nvSpPr>
        <p:spPr>
          <a:xfrm>
            <a:off x="3533927" y="2852928"/>
            <a:ext cx="125044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6" name="Shape 314"/>
          <p:cNvSpPr/>
          <p:nvPr/>
        </p:nvSpPr>
        <p:spPr>
          <a:xfrm>
            <a:off x="3657143" y="2852928"/>
            <a:ext cx="125044" cy="54864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7" name="Shape 315"/>
          <p:cNvSpPr/>
          <p:nvPr/>
        </p:nvSpPr>
        <p:spPr>
          <a:xfrm>
            <a:off x="3780358" y="2852928"/>
            <a:ext cx="125044" cy="54864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8" name="Shape 316"/>
          <p:cNvSpPr/>
          <p:nvPr/>
        </p:nvSpPr>
        <p:spPr>
          <a:xfrm>
            <a:off x="3903574" y="2852928"/>
            <a:ext cx="125044" cy="54864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9" name="Shape 317"/>
          <p:cNvSpPr/>
          <p:nvPr/>
        </p:nvSpPr>
        <p:spPr>
          <a:xfrm>
            <a:off x="4026789" y="2852928"/>
            <a:ext cx="125044" cy="54864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0" name="Shape 318"/>
          <p:cNvSpPr/>
          <p:nvPr/>
        </p:nvSpPr>
        <p:spPr>
          <a:xfrm>
            <a:off x="4150004" y="2852928"/>
            <a:ext cx="125044" cy="54864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1" name="Shape 319"/>
          <p:cNvSpPr/>
          <p:nvPr/>
        </p:nvSpPr>
        <p:spPr>
          <a:xfrm>
            <a:off x="4273220" y="2852928"/>
            <a:ext cx="125044" cy="54864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2" name="Shape 320"/>
          <p:cNvSpPr/>
          <p:nvPr/>
        </p:nvSpPr>
        <p:spPr>
          <a:xfrm>
            <a:off x="4396435" y="2852928"/>
            <a:ext cx="125044" cy="54864"/>
          </a:xfrm>
          <a:prstGeom prst="rect">
            <a:avLst/>
          </a:prstGeom>
          <a:solidFill>
            <a:srgbClr val="6D58D7"/>
          </a:solidFill>
          <a:ln w="12700">
            <a:solidFill>
              <a:srgbClr val="6D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3" name="Shape 321"/>
          <p:cNvSpPr/>
          <p:nvPr/>
        </p:nvSpPr>
        <p:spPr>
          <a:xfrm>
            <a:off x="4519651" y="2852928"/>
            <a:ext cx="125044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4" name="Shape 322"/>
          <p:cNvSpPr/>
          <p:nvPr/>
        </p:nvSpPr>
        <p:spPr>
          <a:xfrm>
            <a:off x="4642866" y="2852928"/>
            <a:ext cx="125044" cy="54864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5" name="Shape 323"/>
          <p:cNvSpPr/>
          <p:nvPr/>
        </p:nvSpPr>
        <p:spPr>
          <a:xfrm>
            <a:off x="4766081" y="2852928"/>
            <a:ext cx="125044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6" name="Shape 324"/>
          <p:cNvSpPr/>
          <p:nvPr/>
        </p:nvSpPr>
        <p:spPr>
          <a:xfrm>
            <a:off x="4889297" y="2852928"/>
            <a:ext cx="125044" cy="54864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7" name="Shape 325"/>
          <p:cNvSpPr/>
          <p:nvPr/>
        </p:nvSpPr>
        <p:spPr>
          <a:xfrm>
            <a:off x="5012512" y="2852928"/>
            <a:ext cx="125044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8" name="Shape 326"/>
          <p:cNvSpPr/>
          <p:nvPr/>
        </p:nvSpPr>
        <p:spPr>
          <a:xfrm>
            <a:off x="5135728" y="2852928"/>
            <a:ext cx="125044" cy="54864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9" name="Shape 327"/>
          <p:cNvSpPr/>
          <p:nvPr/>
        </p:nvSpPr>
        <p:spPr>
          <a:xfrm>
            <a:off x="5258943" y="2852928"/>
            <a:ext cx="125044" cy="54864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0" name="Shape 328"/>
          <p:cNvSpPr/>
          <p:nvPr/>
        </p:nvSpPr>
        <p:spPr>
          <a:xfrm>
            <a:off x="5382158" y="2852928"/>
            <a:ext cx="125044" cy="54864"/>
          </a:xfrm>
          <a:prstGeom prst="rect">
            <a:avLst/>
          </a:prstGeom>
          <a:solidFill>
            <a:srgbClr val="5160D6"/>
          </a:solidFill>
          <a:ln w="12700">
            <a:solidFill>
              <a:srgbClr val="51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1" name="Shape 329"/>
          <p:cNvSpPr/>
          <p:nvPr/>
        </p:nvSpPr>
        <p:spPr>
          <a:xfrm>
            <a:off x="5505374" y="2852928"/>
            <a:ext cx="125044" cy="54864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2" name="Shape 330"/>
          <p:cNvSpPr/>
          <p:nvPr/>
        </p:nvSpPr>
        <p:spPr>
          <a:xfrm>
            <a:off x="5628589" y="2852928"/>
            <a:ext cx="125044" cy="54864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3" name="Shape 331"/>
          <p:cNvSpPr/>
          <p:nvPr/>
        </p:nvSpPr>
        <p:spPr>
          <a:xfrm>
            <a:off x="5751805" y="2852928"/>
            <a:ext cx="125044" cy="54864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4" name="Shape 332"/>
          <p:cNvSpPr/>
          <p:nvPr/>
        </p:nvSpPr>
        <p:spPr>
          <a:xfrm>
            <a:off x="5875020" y="2852928"/>
            <a:ext cx="125044" cy="54864"/>
          </a:xfrm>
          <a:prstGeom prst="rect">
            <a:avLst/>
          </a:prstGeom>
          <a:solidFill>
            <a:srgbClr val="4364D5"/>
          </a:solidFill>
          <a:ln w="12700">
            <a:solidFill>
              <a:srgbClr val="43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5" name="Shape 333"/>
          <p:cNvSpPr/>
          <p:nvPr/>
        </p:nvSpPr>
        <p:spPr>
          <a:xfrm>
            <a:off x="5998235" y="2852928"/>
            <a:ext cx="125044" cy="54864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6" name="Shape 334"/>
          <p:cNvSpPr/>
          <p:nvPr/>
        </p:nvSpPr>
        <p:spPr>
          <a:xfrm>
            <a:off x="6121451" y="2852928"/>
            <a:ext cx="125044" cy="54864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7" name="Shape 335"/>
          <p:cNvSpPr/>
          <p:nvPr/>
        </p:nvSpPr>
        <p:spPr>
          <a:xfrm>
            <a:off x="6244666" y="2852928"/>
            <a:ext cx="125044" cy="54864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8" name="Shape 336"/>
          <p:cNvSpPr/>
          <p:nvPr/>
        </p:nvSpPr>
        <p:spPr>
          <a:xfrm>
            <a:off x="6367882" y="2852928"/>
            <a:ext cx="125044" cy="54864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9" name="Shape 337"/>
          <p:cNvSpPr/>
          <p:nvPr/>
        </p:nvSpPr>
        <p:spPr>
          <a:xfrm>
            <a:off x="6491097" y="2852928"/>
            <a:ext cx="125044" cy="54864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0" name="Shape 338"/>
          <p:cNvSpPr/>
          <p:nvPr/>
        </p:nvSpPr>
        <p:spPr>
          <a:xfrm>
            <a:off x="6614312" y="2852928"/>
            <a:ext cx="125044" cy="54864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1" name="Shape 339"/>
          <p:cNvSpPr/>
          <p:nvPr/>
        </p:nvSpPr>
        <p:spPr>
          <a:xfrm>
            <a:off x="6737528" y="2852928"/>
            <a:ext cx="125044" cy="54864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2" name="Shape 340"/>
          <p:cNvSpPr/>
          <p:nvPr/>
        </p:nvSpPr>
        <p:spPr>
          <a:xfrm>
            <a:off x="6860743" y="2852928"/>
            <a:ext cx="125044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3" name="Shape 341"/>
          <p:cNvSpPr/>
          <p:nvPr/>
        </p:nvSpPr>
        <p:spPr>
          <a:xfrm>
            <a:off x="6983959" y="2852928"/>
            <a:ext cx="125044" cy="54864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4" name="Shape 342"/>
          <p:cNvSpPr/>
          <p:nvPr/>
        </p:nvSpPr>
        <p:spPr>
          <a:xfrm>
            <a:off x="7107174" y="2852928"/>
            <a:ext cx="125044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5" name="Shape 343"/>
          <p:cNvSpPr/>
          <p:nvPr/>
        </p:nvSpPr>
        <p:spPr>
          <a:xfrm>
            <a:off x="7230389" y="2852928"/>
            <a:ext cx="125044" cy="54864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6" name="Shape 344"/>
          <p:cNvSpPr/>
          <p:nvPr/>
        </p:nvSpPr>
        <p:spPr>
          <a:xfrm>
            <a:off x="7353605" y="2852928"/>
            <a:ext cx="125044" cy="54864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7" name="Shape 345"/>
          <p:cNvSpPr/>
          <p:nvPr/>
        </p:nvSpPr>
        <p:spPr>
          <a:xfrm>
            <a:off x="7476820" y="2852928"/>
            <a:ext cx="125044" cy="54864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8" name="Shape 346"/>
          <p:cNvSpPr/>
          <p:nvPr/>
        </p:nvSpPr>
        <p:spPr>
          <a:xfrm>
            <a:off x="7600036" y="2852928"/>
            <a:ext cx="125044" cy="54864"/>
          </a:xfrm>
          <a:prstGeom prst="rect">
            <a:avLst/>
          </a:prstGeom>
          <a:solidFill>
            <a:srgbClr val="1172D4"/>
          </a:solidFill>
          <a:ln w="12700">
            <a:solidFill>
              <a:srgbClr val="11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9" name="Shape 347"/>
          <p:cNvSpPr/>
          <p:nvPr/>
        </p:nvSpPr>
        <p:spPr>
          <a:xfrm>
            <a:off x="7723251" y="2852928"/>
            <a:ext cx="125044" cy="54864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Shape 348"/>
          <p:cNvSpPr/>
          <p:nvPr/>
        </p:nvSpPr>
        <p:spPr>
          <a:xfrm>
            <a:off x="7846466" y="2852928"/>
            <a:ext cx="125044" cy="54864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1" name="Shape 349"/>
          <p:cNvSpPr/>
          <p:nvPr/>
        </p:nvSpPr>
        <p:spPr>
          <a:xfrm>
            <a:off x="7969682" y="2852928"/>
            <a:ext cx="125044" cy="54864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2" name="Shape 350"/>
          <p:cNvSpPr/>
          <p:nvPr/>
        </p:nvSpPr>
        <p:spPr>
          <a:xfrm>
            <a:off x="8092897" y="2852928"/>
            <a:ext cx="125044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3" name="Shape 351"/>
          <p:cNvSpPr/>
          <p:nvPr/>
        </p:nvSpPr>
        <p:spPr>
          <a:xfrm>
            <a:off x="8216113" y="2852928"/>
            <a:ext cx="125044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4" name="Shape 352"/>
          <p:cNvSpPr/>
          <p:nvPr/>
        </p:nvSpPr>
        <p:spPr>
          <a:xfrm>
            <a:off x="3502152" y="2980944"/>
            <a:ext cx="2112264" cy="274320"/>
          </a:xfrm>
          <a:prstGeom prst="roundRect">
            <a:avLst>
              <a:gd name="adj" fmla="val 50000"/>
            </a:avLst>
          </a:prstGeom>
          <a:solidFill>
            <a:srgbClr val="104581"/>
          </a:solidFill>
          <a:ln w="12700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5" name="Text 353"/>
          <p:cNvSpPr/>
          <p:nvPr/>
        </p:nvSpPr>
        <p:spPr>
          <a:xfrm>
            <a:off x="3502152" y="2980944"/>
            <a:ext cx="2112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AUTHORITATIVE</a:t>
            </a:r>
            <a:endParaRPr lang="en-US" sz="1000" dirty="0"/>
          </a:p>
        </p:txBody>
      </p:sp>
      <p:sp>
        <p:nvSpPr>
          <p:cNvPr id="356" name="Text 354"/>
          <p:cNvSpPr/>
          <p:nvPr/>
        </p:nvSpPr>
        <p:spPr>
          <a:xfrm>
            <a:off x="3520440" y="329184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Deterministic ALZ Governance Engine</a:t>
            </a:r>
            <a:endParaRPr lang="en-US" sz="1500" dirty="0"/>
          </a:p>
        </p:txBody>
      </p:sp>
      <p:sp>
        <p:nvSpPr>
          <p:cNvPr id="357" name="Text 355"/>
          <p:cNvSpPr/>
          <p:nvPr/>
        </p:nvSpPr>
        <p:spPr>
          <a:xfrm>
            <a:off x="3566160" y="3602736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Read-only Collectors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Control Evaluators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Weighted Scoring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Delta Computation</a:t>
            </a:r>
            <a:endParaRPr lang="en-US" sz="1100" dirty="0"/>
          </a:p>
        </p:txBody>
      </p:sp>
      <p:sp>
        <p:nvSpPr>
          <p:cNvPr id="358" name="Text 356"/>
          <p:cNvSpPr/>
          <p:nvPr/>
        </p:nvSpPr>
        <p:spPr>
          <a:xfrm>
            <a:off x="5852160" y="3602736"/>
            <a:ext cx="2331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Dependency Graph Model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Drift Model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Risk Impact Model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Maturity Trajectory</a:t>
            </a:r>
            <a:endParaRPr lang="en-US" sz="1100" dirty="0"/>
          </a:p>
        </p:txBody>
      </p:sp>
      <p:sp>
        <p:nvSpPr>
          <p:cNvPr id="359" name="Text 357"/>
          <p:cNvSpPr/>
          <p:nvPr/>
        </p:nvSpPr>
        <p:spPr>
          <a:xfrm>
            <a:off x="3337560" y="5084064"/>
            <a:ext cx="5074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0458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Authoritative — AI cannot modify this layer</a:t>
            </a:r>
            <a:endParaRPr lang="en-US" sz="900" dirty="0"/>
          </a:p>
        </p:txBody>
      </p:sp>
      <p:sp>
        <p:nvSpPr>
          <p:cNvPr id="360" name="Shape 358"/>
          <p:cNvSpPr/>
          <p:nvPr/>
        </p:nvSpPr>
        <p:spPr>
          <a:xfrm>
            <a:off x="8732520" y="2944368"/>
            <a:ext cx="2971800" cy="1874520"/>
          </a:xfrm>
          <a:prstGeom prst="roundRect">
            <a:avLst>
              <a:gd name="adj" fmla="val 5854"/>
            </a:avLst>
          </a:prstGeom>
          <a:solidFill>
            <a:srgbClr val="EFEAFF"/>
          </a:solidFill>
          <a:ln w="25400">
            <a:solidFill>
              <a:srgbClr val="C898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1" name="Shape 359"/>
          <p:cNvSpPr/>
          <p:nvPr/>
        </p:nvSpPr>
        <p:spPr>
          <a:xfrm>
            <a:off x="8805672" y="2944368"/>
            <a:ext cx="72466" cy="54864"/>
          </a:xfrm>
          <a:prstGeom prst="rect">
            <a:avLst/>
          </a:prstGeom>
          <a:solidFill>
            <a:srgbClr val="4763D6"/>
          </a:solidFill>
          <a:ln w="12700">
            <a:solidFill>
              <a:srgbClr val="47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2" name="Shape 360"/>
          <p:cNvSpPr/>
          <p:nvPr/>
        </p:nvSpPr>
        <p:spPr>
          <a:xfrm>
            <a:off x="8876309" y="2944368"/>
            <a:ext cx="72466" cy="54864"/>
          </a:xfrm>
          <a:prstGeom prst="rect">
            <a:avLst/>
          </a:prstGeom>
          <a:solidFill>
            <a:srgbClr val="4563D6"/>
          </a:solidFill>
          <a:ln w="12700">
            <a:solidFill>
              <a:srgbClr val="45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3" name="Shape 361"/>
          <p:cNvSpPr/>
          <p:nvPr/>
        </p:nvSpPr>
        <p:spPr>
          <a:xfrm>
            <a:off x="8946947" y="2944368"/>
            <a:ext cx="72466" cy="54864"/>
          </a:xfrm>
          <a:prstGeom prst="rect">
            <a:avLst/>
          </a:prstGeom>
          <a:solidFill>
            <a:srgbClr val="4464D5"/>
          </a:solidFill>
          <a:ln w="12700">
            <a:solidFill>
              <a:srgbClr val="44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4" name="Shape 362"/>
          <p:cNvSpPr/>
          <p:nvPr/>
        </p:nvSpPr>
        <p:spPr>
          <a:xfrm>
            <a:off x="9017584" y="2944368"/>
            <a:ext cx="72466" cy="54864"/>
          </a:xfrm>
          <a:prstGeom prst="rect">
            <a:avLst/>
          </a:prstGeom>
          <a:solidFill>
            <a:srgbClr val="4264D5"/>
          </a:solidFill>
          <a:ln w="12700">
            <a:solidFill>
              <a:srgbClr val="42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5" name="Shape 363"/>
          <p:cNvSpPr/>
          <p:nvPr/>
        </p:nvSpPr>
        <p:spPr>
          <a:xfrm>
            <a:off x="9088222" y="2944368"/>
            <a:ext cx="72466" cy="54864"/>
          </a:xfrm>
          <a:prstGeom prst="rect">
            <a:avLst/>
          </a:prstGeom>
          <a:solidFill>
            <a:srgbClr val="4065D5"/>
          </a:solidFill>
          <a:ln w="12700">
            <a:solidFill>
              <a:srgbClr val="40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6" name="Shape 364"/>
          <p:cNvSpPr/>
          <p:nvPr/>
        </p:nvSpPr>
        <p:spPr>
          <a:xfrm>
            <a:off x="9158859" y="2944368"/>
            <a:ext cx="72466" cy="54864"/>
          </a:xfrm>
          <a:prstGeom prst="rect">
            <a:avLst/>
          </a:prstGeom>
          <a:solidFill>
            <a:srgbClr val="3E65D5"/>
          </a:solidFill>
          <a:ln w="12700">
            <a:solidFill>
              <a:srgbClr val="3E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7" name="Shape 365"/>
          <p:cNvSpPr/>
          <p:nvPr/>
        </p:nvSpPr>
        <p:spPr>
          <a:xfrm>
            <a:off x="9229496" y="2944368"/>
            <a:ext cx="72466" cy="54864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8" name="Shape 366"/>
          <p:cNvSpPr/>
          <p:nvPr/>
        </p:nvSpPr>
        <p:spPr>
          <a:xfrm>
            <a:off x="9300134" y="2944368"/>
            <a:ext cx="72466" cy="54864"/>
          </a:xfrm>
          <a:prstGeom prst="rect">
            <a:avLst/>
          </a:prstGeom>
          <a:solidFill>
            <a:srgbClr val="3A66D5"/>
          </a:solidFill>
          <a:ln w="12700">
            <a:solidFill>
              <a:srgbClr val="3A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9" name="Shape 367"/>
          <p:cNvSpPr/>
          <p:nvPr/>
        </p:nvSpPr>
        <p:spPr>
          <a:xfrm>
            <a:off x="9370771" y="2944368"/>
            <a:ext cx="72466" cy="54864"/>
          </a:xfrm>
          <a:prstGeom prst="rect">
            <a:avLst/>
          </a:prstGeom>
          <a:solidFill>
            <a:srgbClr val="3967D5"/>
          </a:solidFill>
          <a:ln w="12700">
            <a:solidFill>
              <a:srgbClr val="39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0" name="Shape 368"/>
          <p:cNvSpPr/>
          <p:nvPr/>
        </p:nvSpPr>
        <p:spPr>
          <a:xfrm>
            <a:off x="9441409" y="2944368"/>
            <a:ext cx="72466" cy="54864"/>
          </a:xfrm>
          <a:prstGeom prst="rect">
            <a:avLst/>
          </a:prstGeom>
          <a:solidFill>
            <a:srgbClr val="3768D5"/>
          </a:solidFill>
          <a:ln w="12700">
            <a:solidFill>
              <a:srgbClr val="37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1" name="Shape 369"/>
          <p:cNvSpPr/>
          <p:nvPr/>
        </p:nvSpPr>
        <p:spPr>
          <a:xfrm>
            <a:off x="9512046" y="2944368"/>
            <a:ext cx="72466" cy="54864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2" name="Shape 370"/>
          <p:cNvSpPr/>
          <p:nvPr/>
        </p:nvSpPr>
        <p:spPr>
          <a:xfrm>
            <a:off x="9582683" y="2944368"/>
            <a:ext cx="72466" cy="54864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3" name="Shape 371"/>
          <p:cNvSpPr/>
          <p:nvPr/>
        </p:nvSpPr>
        <p:spPr>
          <a:xfrm>
            <a:off x="9653321" y="2944368"/>
            <a:ext cx="72466" cy="54864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4" name="Shape 372"/>
          <p:cNvSpPr/>
          <p:nvPr/>
        </p:nvSpPr>
        <p:spPr>
          <a:xfrm>
            <a:off x="9723958" y="2944368"/>
            <a:ext cx="72466" cy="54864"/>
          </a:xfrm>
          <a:prstGeom prst="rect">
            <a:avLst/>
          </a:prstGeom>
          <a:solidFill>
            <a:srgbClr val="2F6AD5"/>
          </a:solidFill>
          <a:ln w="12700">
            <a:solidFill>
              <a:srgbClr val="2F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5" name="Shape 373"/>
          <p:cNvSpPr/>
          <p:nvPr/>
        </p:nvSpPr>
        <p:spPr>
          <a:xfrm>
            <a:off x="9794596" y="2944368"/>
            <a:ext cx="72466" cy="54864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6" name="Shape 374"/>
          <p:cNvSpPr/>
          <p:nvPr/>
        </p:nvSpPr>
        <p:spPr>
          <a:xfrm>
            <a:off x="9865233" y="2944368"/>
            <a:ext cx="72466" cy="54864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7" name="Shape 375"/>
          <p:cNvSpPr/>
          <p:nvPr/>
        </p:nvSpPr>
        <p:spPr>
          <a:xfrm>
            <a:off x="9935870" y="2944368"/>
            <a:ext cx="72466" cy="54864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8" name="Shape 376"/>
          <p:cNvSpPr/>
          <p:nvPr/>
        </p:nvSpPr>
        <p:spPr>
          <a:xfrm>
            <a:off x="10006508" y="2944368"/>
            <a:ext cx="72466" cy="54864"/>
          </a:xfrm>
          <a:prstGeom prst="rect">
            <a:avLst/>
          </a:prstGeom>
          <a:solidFill>
            <a:srgbClr val="286CD5"/>
          </a:solidFill>
          <a:ln w="12700">
            <a:solidFill>
              <a:srgbClr val="28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9" name="Shape 377"/>
          <p:cNvSpPr/>
          <p:nvPr/>
        </p:nvSpPr>
        <p:spPr>
          <a:xfrm>
            <a:off x="10077145" y="2944368"/>
            <a:ext cx="72466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0" name="Shape 378"/>
          <p:cNvSpPr/>
          <p:nvPr/>
        </p:nvSpPr>
        <p:spPr>
          <a:xfrm>
            <a:off x="10147783" y="2944368"/>
            <a:ext cx="72466" cy="54864"/>
          </a:xfrm>
          <a:prstGeom prst="rect">
            <a:avLst/>
          </a:prstGeom>
          <a:solidFill>
            <a:srgbClr val="246DD5"/>
          </a:solidFill>
          <a:ln w="12700">
            <a:solidFill>
              <a:srgbClr val="24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1" name="Shape 379"/>
          <p:cNvSpPr/>
          <p:nvPr/>
        </p:nvSpPr>
        <p:spPr>
          <a:xfrm>
            <a:off x="10218420" y="2944368"/>
            <a:ext cx="72466" cy="54864"/>
          </a:xfrm>
          <a:prstGeom prst="rect">
            <a:avLst/>
          </a:prstGeom>
          <a:solidFill>
            <a:srgbClr val="226DD5"/>
          </a:solidFill>
          <a:ln w="12700">
            <a:solidFill>
              <a:srgbClr val="22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2" name="Shape 380"/>
          <p:cNvSpPr/>
          <p:nvPr/>
        </p:nvSpPr>
        <p:spPr>
          <a:xfrm>
            <a:off x="10289057" y="2944368"/>
            <a:ext cx="72466" cy="54864"/>
          </a:xfrm>
          <a:prstGeom prst="rect">
            <a:avLst/>
          </a:prstGeom>
          <a:solidFill>
            <a:srgbClr val="216ED4"/>
          </a:solidFill>
          <a:ln w="12700">
            <a:solidFill>
              <a:srgbClr val="21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3" name="Shape 381"/>
          <p:cNvSpPr/>
          <p:nvPr/>
        </p:nvSpPr>
        <p:spPr>
          <a:xfrm>
            <a:off x="10359695" y="2944368"/>
            <a:ext cx="72466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4" name="Shape 382"/>
          <p:cNvSpPr/>
          <p:nvPr/>
        </p:nvSpPr>
        <p:spPr>
          <a:xfrm>
            <a:off x="10430332" y="2944368"/>
            <a:ext cx="72466" cy="54864"/>
          </a:xfrm>
          <a:prstGeom prst="rect">
            <a:avLst/>
          </a:prstGeom>
          <a:solidFill>
            <a:srgbClr val="1D6FD4"/>
          </a:solidFill>
          <a:ln w="12700">
            <a:solidFill>
              <a:srgbClr val="1D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5" name="Shape 383"/>
          <p:cNvSpPr/>
          <p:nvPr/>
        </p:nvSpPr>
        <p:spPr>
          <a:xfrm>
            <a:off x="10500970" y="2944368"/>
            <a:ext cx="72466" cy="54864"/>
          </a:xfrm>
          <a:prstGeom prst="rect">
            <a:avLst/>
          </a:prstGeom>
          <a:solidFill>
            <a:srgbClr val="1B70D4"/>
          </a:solidFill>
          <a:ln w="12700">
            <a:solidFill>
              <a:srgbClr val="1B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6" name="Shape 384"/>
          <p:cNvSpPr/>
          <p:nvPr/>
        </p:nvSpPr>
        <p:spPr>
          <a:xfrm>
            <a:off x="10571607" y="2944368"/>
            <a:ext cx="72466" cy="54864"/>
          </a:xfrm>
          <a:prstGeom prst="rect">
            <a:avLst/>
          </a:prstGeom>
          <a:solidFill>
            <a:srgbClr val="1970D4"/>
          </a:solidFill>
          <a:ln w="12700">
            <a:solidFill>
              <a:srgbClr val="19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7" name="Shape 385"/>
          <p:cNvSpPr/>
          <p:nvPr/>
        </p:nvSpPr>
        <p:spPr>
          <a:xfrm>
            <a:off x="10642244" y="2944368"/>
            <a:ext cx="72466" cy="54864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8" name="Shape 386"/>
          <p:cNvSpPr/>
          <p:nvPr/>
        </p:nvSpPr>
        <p:spPr>
          <a:xfrm>
            <a:off x="10712882" y="2944368"/>
            <a:ext cx="72466" cy="54864"/>
          </a:xfrm>
          <a:prstGeom prst="rect">
            <a:avLst/>
          </a:prstGeom>
          <a:solidFill>
            <a:srgbClr val="1671D4"/>
          </a:solidFill>
          <a:ln w="12700">
            <a:solidFill>
              <a:srgbClr val="16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9" name="Shape 387"/>
          <p:cNvSpPr/>
          <p:nvPr/>
        </p:nvSpPr>
        <p:spPr>
          <a:xfrm>
            <a:off x="10783519" y="2944368"/>
            <a:ext cx="72466" cy="54864"/>
          </a:xfrm>
          <a:prstGeom prst="rect">
            <a:avLst/>
          </a:prstGeom>
          <a:solidFill>
            <a:srgbClr val="1472D4"/>
          </a:solidFill>
          <a:ln w="12700">
            <a:solidFill>
              <a:srgbClr val="14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0" name="Shape 388"/>
          <p:cNvSpPr/>
          <p:nvPr/>
        </p:nvSpPr>
        <p:spPr>
          <a:xfrm>
            <a:off x="10854157" y="2944368"/>
            <a:ext cx="72466" cy="54864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1" name="Shape 389"/>
          <p:cNvSpPr/>
          <p:nvPr/>
        </p:nvSpPr>
        <p:spPr>
          <a:xfrm>
            <a:off x="10924794" y="2944368"/>
            <a:ext cx="72466" cy="54864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2" name="Shape 390"/>
          <p:cNvSpPr/>
          <p:nvPr/>
        </p:nvSpPr>
        <p:spPr>
          <a:xfrm>
            <a:off x="10995431" y="2944368"/>
            <a:ext cx="72466" cy="54864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3" name="Shape 391"/>
          <p:cNvSpPr/>
          <p:nvPr/>
        </p:nvSpPr>
        <p:spPr>
          <a:xfrm>
            <a:off x="11066069" y="2944368"/>
            <a:ext cx="72466" cy="54864"/>
          </a:xfrm>
          <a:prstGeom prst="rect">
            <a:avLst/>
          </a:prstGeom>
          <a:solidFill>
            <a:srgbClr val="0C74D4"/>
          </a:solidFill>
          <a:ln w="12700">
            <a:solidFill>
              <a:srgbClr val="0C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4" name="Shape 392"/>
          <p:cNvSpPr/>
          <p:nvPr/>
        </p:nvSpPr>
        <p:spPr>
          <a:xfrm>
            <a:off x="11136706" y="2944368"/>
            <a:ext cx="72466" cy="54864"/>
          </a:xfrm>
          <a:prstGeom prst="rect">
            <a:avLst/>
          </a:prstGeom>
          <a:solidFill>
            <a:srgbClr val="0B74D4"/>
          </a:solidFill>
          <a:ln w="12700">
            <a:solidFill>
              <a:srgbClr val="0B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5" name="Shape 393"/>
          <p:cNvSpPr/>
          <p:nvPr/>
        </p:nvSpPr>
        <p:spPr>
          <a:xfrm>
            <a:off x="11207344" y="2944368"/>
            <a:ext cx="72466" cy="54864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6" name="Shape 394"/>
          <p:cNvSpPr/>
          <p:nvPr/>
        </p:nvSpPr>
        <p:spPr>
          <a:xfrm>
            <a:off x="11277981" y="2944368"/>
            <a:ext cx="72466" cy="54864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7" name="Shape 395"/>
          <p:cNvSpPr/>
          <p:nvPr/>
        </p:nvSpPr>
        <p:spPr>
          <a:xfrm>
            <a:off x="11348618" y="2944368"/>
            <a:ext cx="72466" cy="54864"/>
          </a:xfrm>
          <a:prstGeom prst="rect">
            <a:avLst/>
          </a:prstGeom>
          <a:solidFill>
            <a:srgbClr val="0576D4"/>
          </a:solidFill>
          <a:ln w="12700">
            <a:solidFill>
              <a:srgbClr val="05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8" name="Shape 396"/>
          <p:cNvSpPr/>
          <p:nvPr/>
        </p:nvSpPr>
        <p:spPr>
          <a:xfrm>
            <a:off x="11419256" y="2944368"/>
            <a:ext cx="72466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9" name="Shape 397"/>
          <p:cNvSpPr/>
          <p:nvPr/>
        </p:nvSpPr>
        <p:spPr>
          <a:xfrm>
            <a:off x="11489893" y="2944368"/>
            <a:ext cx="72466" cy="54864"/>
          </a:xfrm>
          <a:prstGeom prst="rect">
            <a:avLst/>
          </a:prstGeom>
          <a:solidFill>
            <a:srgbClr val="0177D4"/>
          </a:solidFill>
          <a:ln w="12700">
            <a:solidFill>
              <a:srgbClr val="01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0" name="Shape 398"/>
          <p:cNvSpPr/>
          <p:nvPr/>
        </p:nvSpPr>
        <p:spPr>
          <a:xfrm>
            <a:off x="11560531" y="2944368"/>
            <a:ext cx="72466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1" name="Shape 399"/>
          <p:cNvSpPr/>
          <p:nvPr/>
        </p:nvSpPr>
        <p:spPr>
          <a:xfrm>
            <a:off x="8869680" y="3072384"/>
            <a:ext cx="1563624" cy="274320"/>
          </a:xfrm>
          <a:prstGeom prst="roundRect">
            <a:avLst>
              <a:gd name="adj" fmla="val 50000"/>
            </a:avLst>
          </a:prstGeom>
          <a:solidFill>
            <a:srgbClr val="C898FD"/>
          </a:solidFill>
          <a:ln w="12700">
            <a:solidFill>
              <a:srgbClr val="C898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2" name="Text 400"/>
          <p:cNvSpPr/>
          <p:nvPr/>
        </p:nvSpPr>
        <p:spPr>
          <a:xfrm>
            <a:off x="8869680" y="3072384"/>
            <a:ext cx="1563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ADVISORY</a:t>
            </a:r>
            <a:endParaRPr lang="en-US" sz="1000" dirty="0"/>
          </a:p>
        </p:txBody>
      </p:sp>
      <p:sp>
        <p:nvSpPr>
          <p:cNvPr id="403" name="Text 401"/>
          <p:cNvSpPr/>
          <p:nvPr/>
        </p:nvSpPr>
        <p:spPr>
          <a:xfrm>
            <a:off x="8897112" y="3383280"/>
            <a:ext cx="2642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Enrichment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(Azure OpenAI / Foundry)</a:t>
            </a:r>
            <a:endParaRPr lang="en-US" sz="1200" dirty="0"/>
          </a:p>
        </p:txBody>
      </p:sp>
      <p:sp>
        <p:nvSpPr>
          <p:cNvPr id="404" name="Text 402"/>
          <p:cNvSpPr/>
          <p:nvPr/>
        </p:nvSpPr>
        <p:spPr>
          <a:xfrm>
            <a:off x="8933688" y="3877056"/>
            <a:ext cx="256946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Roadmap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Executive Brief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Implementation Decisions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Governance Intelligence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Target Architecture</a:t>
            </a:r>
            <a:endParaRPr lang="en-US" sz="1100" dirty="0"/>
          </a:p>
        </p:txBody>
      </p:sp>
      <p:sp>
        <p:nvSpPr>
          <p:cNvPr id="405" name="Text 403"/>
          <p:cNvSpPr/>
          <p:nvPr/>
        </p:nvSpPr>
        <p:spPr>
          <a:xfrm>
            <a:off x="8447456" y="4828032"/>
            <a:ext cx="2971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Interpretation only • No scoring authority</a:t>
            </a:r>
            <a:endParaRPr lang="en-US" sz="900" dirty="0"/>
          </a:p>
        </p:txBody>
      </p:sp>
      <p:sp>
        <p:nvSpPr>
          <p:cNvPr id="406" name="Shape 404"/>
          <p:cNvSpPr/>
          <p:nvPr/>
        </p:nvSpPr>
        <p:spPr>
          <a:xfrm>
            <a:off x="8412480" y="3840480"/>
            <a:ext cx="320040" cy="0"/>
          </a:xfrm>
          <a:prstGeom prst="line">
            <a:avLst/>
          </a:prstGeom>
          <a:noFill/>
          <a:ln w="19050">
            <a:solidFill>
              <a:srgbClr val="C898F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07" name="Shape 405"/>
          <p:cNvSpPr/>
          <p:nvPr/>
        </p:nvSpPr>
        <p:spPr>
          <a:xfrm>
            <a:off x="8732520" y="5047488"/>
            <a:ext cx="2971800" cy="1463040"/>
          </a:xfrm>
          <a:prstGeom prst="roundRect">
            <a:avLst>
              <a:gd name="adj" fmla="val 7500"/>
            </a:avLst>
          </a:prstGeom>
          <a:solidFill>
            <a:srgbClr val="F2F2F2"/>
          </a:solidFill>
          <a:ln w="25400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8" name="Shape 406"/>
          <p:cNvSpPr/>
          <p:nvPr/>
        </p:nvSpPr>
        <p:spPr>
          <a:xfrm>
            <a:off x="8805672" y="5047488"/>
            <a:ext cx="72466" cy="54864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9" name="Shape 407"/>
          <p:cNvSpPr/>
          <p:nvPr/>
        </p:nvSpPr>
        <p:spPr>
          <a:xfrm>
            <a:off x="8876309" y="5047488"/>
            <a:ext cx="72466" cy="54864"/>
          </a:xfrm>
          <a:prstGeom prst="rect">
            <a:avLst/>
          </a:prstGeom>
          <a:solidFill>
            <a:srgbClr val="8651D7"/>
          </a:solidFill>
          <a:ln w="12700">
            <a:solidFill>
              <a:srgbClr val="86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0" name="Shape 408"/>
          <p:cNvSpPr/>
          <p:nvPr/>
        </p:nvSpPr>
        <p:spPr>
          <a:xfrm>
            <a:off x="8946947" y="5047488"/>
            <a:ext cx="72466" cy="54864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1" name="Shape 409"/>
          <p:cNvSpPr/>
          <p:nvPr/>
        </p:nvSpPr>
        <p:spPr>
          <a:xfrm>
            <a:off x="9017584" y="5047488"/>
            <a:ext cx="72466" cy="54864"/>
          </a:xfrm>
          <a:prstGeom prst="rect">
            <a:avLst/>
          </a:prstGeom>
          <a:solidFill>
            <a:srgbClr val="7F53D7"/>
          </a:solidFill>
          <a:ln w="12700">
            <a:solidFill>
              <a:srgbClr val="7F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2" name="Shape 410"/>
          <p:cNvSpPr/>
          <p:nvPr/>
        </p:nvSpPr>
        <p:spPr>
          <a:xfrm>
            <a:off x="9088222" y="5047488"/>
            <a:ext cx="72466" cy="54864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3" name="Shape 411"/>
          <p:cNvSpPr/>
          <p:nvPr/>
        </p:nvSpPr>
        <p:spPr>
          <a:xfrm>
            <a:off x="9158859" y="5047488"/>
            <a:ext cx="72466" cy="54864"/>
          </a:xfrm>
          <a:prstGeom prst="rect">
            <a:avLst/>
          </a:prstGeom>
          <a:solidFill>
            <a:srgbClr val="7855D7"/>
          </a:solidFill>
          <a:ln w="12700">
            <a:solidFill>
              <a:srgbClr val="78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4" name="Shape 412"/>
          <p:cNvSpPr/>
          <p:nvPr/>
        </p:nvSpPr>
        <p:spPr>
          <a:xfrm>
            <a:off x="9229496" y="5047488"/>
            <a:ext cx="72466" cy="54864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5" name="Shape 413"/>
          <p:cNvSpPr/>
          <p:nvPr/>
        </p:nvSpPr>
        <p:spPr>
          <a:xfrm>
            <a:off x="9300134" y="5047488"/>
            <a:ext cx="72466" cy="54864"/>
          </a:xfrm>
          <a:prstGeom prst="rect">
            <a:avLst/>
          </a:prstGeom>
          <a:solidFill>
            <a:srgbClr val="7157D7"/>
          </a:solidFill>
          <a:ln w="12700">
            <a:solidFill>
              <a:srgbClr val="71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6" name="Shape 414"/>
          <p:cNvSpPr/>
          <p:nvPr/>
        </p:nvSpPr>
        <p:spPr>
          <a:xfrm>
            <a:off x="9370771" y="5047488"/>
            <a:ext cx="72466" cy="54864"/>
          </a:xfrm>
          <a:prstGeom prst="rect">
            <a:avLst/>
          </a:prstGeom>
          <a:solidFill>
            <a:srgbClr val="6D58D7"/>
          </a:solidFill>
          <a:ln w="12700">
            <a:solidFill>
              <a:srgbClr val="6D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7" name="Shape 415"/>
          <p:cNvSpPr/>
          <p:nvPr/>
        </p:nvSpPr>
        <p:spPr>
          <a:xfrm>
            <a:off x="9441409" y="5047488"/>
            <a:ext cx="72466" cy="54864"/>
          </a:xfrm>
          <a:prstGeom prst="rect">
            <a:avLst/>
          </a:prstGeom>
          <a:solidFill>
            <a:srgbClr val="6A59D7"/>
          </a:solidFill>
          <a:ln w="12700">
            <a:solidFill>
              <a:srgbClr val="6A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8" name="Shape 416"/>
          <p:cNvSpPr/>
          <p:nvPr/>
        </p:nvSpPr>
        <p:spPr>
          <a:xfrm>
            <a:off x="9512046" y="5047488"/>
            <a:ext cx="72466" cy="54864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9" name="Shape 417"/>
          <p:cNvSpPr/>
          <p:nvPr/>
        </p:nvSpPr>
        <p:spPr>
          <a:xfrm>
            <a:off x="9582683" y="5047488"/>
            <a:ext cx="72466" cy="54864"/>
          </a:xfrm>
          <a:prstGeom prst="rect">
            <a:avLst/>
          </a:prstGeom>
          <a:solidFill>
            <a:srgbClr val="635BD6"/>
          </a:solidFill>
          <a:ln w="12700">
            <a:solidFill>
              <a:srgbClr val="63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0" name="Shape 418"/>
          <p:cNvSpPr/>
          <p:nvPr/>
        </p:nvSpPr>
        <p:spPr>
          <a:xfrm>
            <a:off x="9653321" y="5047488"/>
            <a:ext cx="72466" cy="54864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1" name="Shape 419"/>
          <p:cNvSpPr/>
          <p:nvPr/>
        </p:nvSpPr>
        <p:spPr>
          <a:xfrm>
            <a:off x="9723958" y="5047488"/>
            <a:ext cx="72466" cy="54864"/>
          </a:xfrm>
          <a:prstGeom prst="rect">
            <a:avLst/>
          </a:prstGeom>
          <a:solidFill>
            <a:srgbClr val="5C5DD6"/>
          </a:solidFill>
          <a:ln w="12700">
            <a:solidFill>
              <a:srgbClr val="5C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2" name="Shape 420"/>
          <p:cNvSpPr/>
          <p:nvPr/>
        </p:nvSpPr>
        <p:spPr>
          <a:xfrm>
            <a:off x="9794596" y="5047488"/>
            <a:ext cx="72466" cy="54864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3" name="Shape 421"/>
          <p:cNvSpPr/>
          <p:nvPr/>
        </p:nvSpPr>
        <p:spPr>
          <a:xfrm>
            <a:off x="9865233" y="5047488"/>
            <a:ext cx="72466" cy="54864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4" name="Shape 422"/>
          <p:cNvSpPr/>
          <p:nvPr/>
        </p:nvSpPr>
        <p:spPr>
          <a:xfrm>
            <a:off x="9935870" y="5047488"/>
            <a:ext cx="72466" cy="54864"/>
          </a:xfrm>
          <a:prstGeom prst="rect">
            <a:avLst/>
          </a:prstGeom>
          <a:solidFill>
            <a:srgbClr val="5160D6"/>
          </a:solidFill>
          <a:ln w="12700">
            <a:solidFill>
              <a:srgbClr val="51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5" name="Shape 423"/>
          <p:cNvSpPr/>
          <p:nvPr/>
        </p:nvSpPr>
        <p:spPr>
          <a:xfrm>
            <a:off x="10006508" y="5047488"/>
            <a:ext cx="72466" cy="54864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6" name="Shape 424"/>
          <p:cNvSpPr/>
          <p:nvPr/>
        </p:nvSpPr>
        <p:spPr>
          <a:xfrm>
            <a:off x="10077145" y="5047488"/>
            <a:ext cx="72466" cy="54864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7" name="Shape 425"/>
          <p:cNvSpPr/>
          <p:nvPr/>
        </p:nvSpPr>
        <p:spPr>
          <a:xfrm>
            <a:off x="10147783" y="5047488"/>
            <a:ext cx="72466" cy="54864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8" name="Shape 426"/>
          <p:cNvSpPr/>
          <p:nvPr/>
        </p:nvSpPr>
        <p:spPr>
          <a:xfrm>
            <a:off x="10218420" y="5047488"/>
            <a:ext cx="72466" cy="54864"/>
          </a:xfrm>
          <a:prstGeom prst="rect">
            <a:avLst/>
          </a:prstGeom>
          <a:solidFill>
            <a:srgbClr val="4364D5"/>
          </a:solidFill>
          <a:ln w="12700">
            <a:solidFill>
              <a:srgbClr val="43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9" name="Shape 427"/>
          <p:cNvSpPr/>
          <p:nvPr/>
        </p:nvSpPr>
        <p:spPr>
          <a:xfrm>
            <a:off x="10289057" y="5047488"/>
            <a:ext cx="72466" cy="54864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0" name="Shape 428"/>
          <p:cNvSpPr/>
          <p:nvPr/>
        </p:nvSpPr>
        <p:spPr>
          <a:xfrm>
            <a:off x="10359695" y="5047488"/>
            <a:ext cx="72466" cy="54864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1" name="Shape 429"/>
          <p:cNvSpPr/>
          <p:nvPr/>
        </p:nvSpPr>
        <p:spPr>
          <a:xfrm>
            <a:off x="10430332" y="5047488"/>
            <a:ext cx="72466" cy="54864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2" name="Shape 430"/>
          <p:cNvSpPr/>
          <p:nvPr/>
        </p:nvSpPr>
        <p:spPr>
          <a:xfrm>
            <a:off x="10500970" y="5047488"/>
            <a:ext cx="72466" cy="54864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3" name="Shape 431"/>
          <p:cNvSpPr/>
          <p:nvPr/>
        </p:nvSpPr>
        <p:spPr>
          <a:xfrm>
            <a:off x="10571607" y="5047488"/>
            <a:ext cx="72466" cy="54864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4" name="Shape 432"/>
          <p:cNvSpPr/>
          <p:nvPr/>
        </p:nvSpPr>
        <p:spPr>
          <a:xfrm>
            <a:off x="10642244" y="5047488"/>
            <a:ext cx="72466" cy="54864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5" name="Shape 433"/>
          <p:cNvSpPr/>
          <p:nvPr/>
        </p:nvSpPr>
        <p:spPr>
          <a:xfrm>
            <a:off x="10712882" y="5047488"/>
            <a:ext cx="72466" cy="54864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6" name="Shape 434"/>
          <p:cNvSpPr/>
          <p:nvPr/>
        </p:nvSpPr>
        <p:spPr>
          <a:xfrm>
            <a:off x="10783519" y="5047488"/>
            <a:ext cx="72466" cy="54864"/>
          </a:xfrm>
          <a:prstGeom prst="rect">
            <a:avLst/>
          </a:prstGeom>
          <a:solidFill>
            <a:srgbClr val="266CD5"/>
          </a:solidFill>
          <a:ln w="12700">
            <a:solidFill>
              <a:srgbClr val="26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7" name="Shape 435"/>
          <p:cNvSpPr/>
          <p:nvPr/>
        </p:nvSpPr>
        <p:spPr>
          <a:xfrm>
            <a:off x="10854157" y="5047488"/>
            <a:ext cx="72466" cy="54864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8" name="Shape 436"/>
          <p:cNvSpPr/>
          <p:nvPr/>
        </p:nvSpPr>
        <p:spPr>
          <a:xfrm>
            <a:off x="10924794" y="5047488"/>
            <a:ext cx="72466" cy="54864"/>
          </a:xfrm>
          <a:prstGeom prst="rect">
            <a:avLst/>
          </a:prstGeom>
          <a:solidFill>
            <a:srgbClr val="1F6ED4"/>
          </a:solidFill>
          <a:ln w="12700">
            <a:solidFill>
              <a:srgbClr val="1F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9" name="Shape 437"/>
          <p:cNvSpPr/>
          <p:nvPr/>
        </p:nvSpPr>
        <p:spPr>
          <a:xfrm>
            <a:off x="10995431" y="5047488"/>
            <a:ext cx="72466" cy="54864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0" name="Shape 438"/>
          <p:cNvSpPr/>
          <p:nvPr/>
        </p:nvSpPr>
        <p:spPr>
          <a:xfrm>
            <a:off x="11066069" y="5047488"/>
            <a:ext cx="72466" cy="54864"/>
          </a:xfrm>
          <a:prstGeom prst="rect">
            <a:avLst/>
          </a:prstGeom>
          <a:solidFill>
            <a:srgbClr val="1870D4"/>
          </a:solidFill>
          <a:ln w="12700">
            <a:solidFill>
              <a:srgbClr val="18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1" name="Shape 439"/>
          <p:cNvSpPr/>
          <p:nvPr/>
        </p:nvSpPr>
        <p:spPr>
          <a:xfrm>
            <a:off x="11136706" y="5047488"/>
            <a:ext cx="72466" cy="54864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2" name="Shape 440"/>
          <p:cNvSpPr/>
          <p:nvPr/>
        </p:nvSpPr>
        <p:spPr>
          <a:xfrm>
            <a:off x="11207344" y="5047488"/>
            <a:ext cx="72466" cy="54864"/>
          </a:xfrm>
          <a:prstGeom prst="rect">
            <a:avLst/>
          </a:prstGeom>
          <a:solidFill>
            <a:srgbClr val="1172D4"/>
          </a:solidFill>
          <a:ln w="12700">
            <a:solidFill>
              <a:srgbClr val="11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3" name="Shape 441"/>
          <p:cNvSpPr/>
          <p:nvPr/>
        </p:nvSpPr>
        <p:spPr>
          <a:xfrm>
            <a:off x="11277981" y="5047488"/>
            <a:ext cx="72466" cy="54864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4" name="Shape 442"/>
          <p:cNvSpPr/>
          <p:nvPr/>
        </p:nvSpPr>
        <p:spPr>
          <a:xfrm>
            <a:off x="11348618" y="5047488"/>
            <a:ext cx="72466" cy="54864"/>
          </a:xfrm>
          <a:prstGeom prst="rect">
            <a:avLst/>
          </a:prstGeom>
          <a:solidFill>
            <a:srgbClr val="0A74D4"/>
          </a:solidFill>
          <a:ln w="12700">
            <a:solidFill>
              <a:srgbClr val="0A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5" name="Shape 443"/>
          <p:cNvSpPr/>
          <p:nvPr/>
        </p:nvSpPr>
        <p:spPr>
          <a:xfrm>
            <a:off x="11419256" y="5047488"/>
            <a:ext cx="72466" cy="54864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6" name="Shape 444"/>
          <p:cNvSpPr/>
          <p:nvPr/>
        </p:nvSpPr>
        <p:spPr>
          <a:xfrm>
            <a:off x="11489893" y="5047488"/>
            <a:ext cx="72466" cy="54864"/>
          </a:xfrm>
          <a:prstGeom prst="rect">
            <a:avLst/>
          </a:prstGeom>
          <a:solidFill>
            <a:srgbClr val="0376D4"/>
          </a:solidFill>
          <a:ln w="12700">
            <a:solidFill>
              <a:srgbClr val="03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7" name="Shape 445"/>
          <p:cNvSpPr/>
          <p:nvPr/>
        </p:nvSpPr>
        <p:spPr>
          <a:xfrm>
            <a:off x="11560531" y="5047488"/>
            <a:ext cx="72466" cy="54864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8" name="Shape 446"/>
          <p:cNvSpPr/>
          <p:nvPr/>
        </p:nvSpPr>
        <p:spPr>
          <a:xfrm>
            <a:off x="8869680" y="5175504"/>
            <a:ext cx="1453896" cy="274320"/>
          </a:xfrm>
          <a:prstGeom prst="roundRect">
            <a:avLst>
              <a:gd name="adj" fmla="val 50000"/>
            </a:avLst>
          </a:prstGeom>
          <a:solidFill>
            <a:srgbClr val="104581"/>
          </a:solidFill>
          <a:ln w="12700">
            <a:solidFill>
              <a:srgbClr val="1045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9" name="Text 447"/>
          <p:cNvSpPr/>
          <p:nvPr/>
        </p:nvSpPr>
        <p:spPr>
          <a:xfrm>
            <a:off x="8869680" y="5175504"/>
            <a:ext cx="1453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OUTPUTS</a:t>
            </a:r>
            <a:endParaRPr lang="en-US" sz="1000" dirty="0"/>
          </a:p>
        </p:txBody>
      </p:sp>
      <p:sp>
        <p:nvSpPr>
          <p:cNvPr id="450" name="Text 448"/>
          <p:cNvSpPr/>
          <p:nvPr/>
        </p:nvSpPr>
        <p:spPr>
          <a:xfrm>
            <a:off x="8897112" y="5437047"/>
            <a:ext cx="26426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B2B2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Structured Outputs</a:t>
            </a:r>
            <a:endParaRPr lang="en-US" sz="1300" dirty="0"/>
          </a:p>
        </p:txBody>
      </p:sp>
      <p:sp>
        <p:nvSpPr>
          <p:cNvPr id="451" name="Text 449"/>
          <p:cNvSpPr/>
          <p:nvPr/>
        </p:nvSpPr>
        <p:spPr>
          <a:xfrm>
            <a:off x="8906217" y="5604144"/>
            <a:ext cx="2659913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3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</a:t>
            </a:r>
            <a:r>
              <a:rPr lang="en-US" sz="1030" dirty="0">
                <a:solidFill>
                  <a:srgbClr val="2B2B2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HTML Executive Report</a:t>
            </a:r>
            <a:endParaRPr lang="en-US" sz="103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30" dirty="0">
                <a:solidFill>
                  <a:srgbClr val="2B2B2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• Excel CSA Workbook</a:t>
            </a:r>
            <a:endParaRPr lang="en-US" sz="103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30" dirty="0">
                <a:solidFill>
                  <a:srgbClr val="2B2B2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• JSON Artifact</a:t>
            </a:r>
            <a:endParaRPr lang="en-US" sz="103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1030" dirty="0">
                <a:solidFill>
                  <a:srgbClr val="2B2B2B"/>
                </a:solidFill>
                <a:latin typeface="Segoe UI" panose="020B0502040204020203" pitchFamily="34" charset="0"/>
                <a:ea typeface="Segoe UI" pitchFamily="34" charset="-122"/>
                <a:cs typeface="Segoe UI" panose="020B0502040204020203" pitchFamily="34" charset="0"/>
              </a:rPr>
              <a:t>• </a:t>
            </a:r>
            <a:r>
              <a:rPr lang="en-US" sz="1030" dirty="0">
                <a:solidFill>
                  <a:srgbClr val="2B2B2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Workshop Dialogue</a:t>
            </a:r>
          </a:p>
          <a:p>
            <a:r>
              <a:rPr lang="en-US" sz="1030" dirty="0">
                <a:solidFill>
                  <a:srgbClr val="2B2B2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• CI/CD Posture Artifacts (GitHub </a:t>
            </a:r>
            <a:r>
              <a:rPr lang="en-US" sz="1050" dirty="0">
                <a:solidFill>
                  <a:srgbClr val="2B2B2B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Actions)</a:t>
            </a:r>
          </a:p>
        </p:txBody>
      </p:sp>
      <p:sp>
        <p:nvSpPr>
          <p:cNvPr id="452" name="Shape 450"/>
          <p:cNvSpPr/>
          <p:nvPr/>
        </p:nvSpPr>
        <p:spPr>
          <a:xfrm>
            <a:off x="10218420" y="5020056"/>
            <a:ext cx="0" cy="27432"/>
          </a:xfrm>
          <a:prstGeom prst="line">
            <a:avLst/>
          </a:prstGeom>
          <a:noFill/>
          <a:ln w="19050">
            <a:solidFill>
              <a:srgbClr val="10458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53" name="Shape 451"/>
          <p:cNvSpPr/>
          <p:nvPr/>
        </p:nvSpPr>
        <p:spPr>
          <a:xfrm>
            <a:off x="502920" y="6510528"/>
            <a:ext cx="112014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5D3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4" name="Shape 452"/>
          <p:cNvSpPr/>
          <p:nvPr/>
        </p:nvSpPr>
        <p:spPr>
          <a:xfrm>
            <a:off x="594360" y="6510528"/>
            <a:ext cx="185471" cy="41148"/>
          </a:xfrm>
          <a:prstGeom prst="rect">
            <a:avLst/>
          </a:prstGeom>
          <a:solidFill>
            <a:srgbClr val="8A50D8"/>
          </a:solidFill>
          <a:ln w="12700">
            <a:solidFill>
              <a:srgbClr val="8A50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5" name="Shape 453"/>
          <p:cNvSpPr/>
          <p:nvPr/>
        </p:nvSpPr>
        <p:spPr>
          <a:xfrm>
            <a:off x="778002" y="6510528"/>
            <a:ext cx="185471" cy="41148"/>
          </a:xfrm>
          <a:prstGeom prst="rect">
            <a:avLst/>
          </a:prstGeom>
          <a:solidFill>
            <a:srgbClr val="8750D7"/>
          </a:solidFill>
          <a:ln w="12700">
            <a:solidFill>
              <a:srgbClr val="8750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6" name="Shape 454"/>
          <p:cNvSpPr/>
          <p:nvPr/>
        </p:nvSpPr>
        <p:spPr>
          <a:xfrm>
            <a:off x="961644" y="6510528"/>
            <a:ext cx="185471" cy="41148"/>
          </a:xfrm>
          <a:prstGeom prst="rect">
            <a:avLst/>
          </a:prstGeom>
          <a:solidFill>
            <a:srgbClr val="8551D7"/>
          </a:solidFill>
          <a:ln w="12700">
            <a:solidFill>
              <a:srgbClr val="8551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7" name="Shape 455"/>
          <p:cNvSpPr/>
          <p:nvPr/>
        </p:nvSpPr>
        <p:spPr>
          <a:xfrm>
            <a:off x="1145286" y="6510528"/>
            <a:ext cx="185471" cy="41148"/>
          </a:xfrm>
          <a:prstGeom prst="rect">
            <a:avLst/>
          </a:prstGeom>
          <a:solidFill>
            <a:srgbClr val="8252D7"/>
          </a:solidFill>
          <a:ln w="12700">
            <a:solidFill>
              <a:srgbClr val="82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8" name="Shape 456"/>
          <p:cNvSpPr/>
          <p:nvPr/>
        </p:nvSpPr>
        <p:spPr>
          <a:xfrm>
            <a:off x="1328928" y="6510528"/>
            <a:ext cx="185471" cy="41148"/>
          </a:xfrm>
          <a:prstGeom prst="rect">
            <a:avLst/>
          </a:prstGeom>
          <a:solidFill>
            <a:srgbClr val="8052D7"/>
          </a:solidFill>
          <a:ln w="12700">
            <a:solidFill>
              <a:srgbClr val="8052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9" name="Shape 457"/>
          <p:cNvSpPr/>
          <p:nvPr/>
        </p:nvSpPr>
        <p:spPr>
          <a:xfrm>
            <a:off x="1512570" y="6510528"/>
            <a:ext cx="185471" cy="41148"/>
          </a:xfrm>
          <a:prstGeom prst="rect">
            <a:avLst/>
          </a:prstGeom>
          <a:solidFill>
            <a:srgbClr val="7E53D7"/>
          </a:solidFill>
          <a:ln w="12700">
            <a:solidFill>
              <a:srgbClr val="7E53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0" name="Shape 458"/>
          <p:cNvSpPr/>
          <p:nvPr/>
        </p:nvSpPr>
        <p:spPr>
          <a:xfrm>
            <a:off x="1696212" y="6510528"/>
            <a:ext cx="185471" cy="41148"/>
          </a:xfrm>
          <a:prstGeom prst="rect">
            <a:avLst/>
          </a:prstGeom>
          <a:solidFill>
            <a:srgbClr val="7B54D7"/>
          </a:solidFill>
          <a:ln w="12700">
            <a:solidFill>
              <a:srgbClr val="7B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1" name="Shape 459"/>
          <p:cNvSpPr/>
          <p:nvPr/>
        </p:nvSpPr>
        <p:spPr>
          <a:xfrm>
            <a:off x="1879854" y="6510528"/>
            <a:ext cx="185471" cy="41148"/>
          </a:xfrm>
          <a:prstGeom prst="rect">
            <a:avLst/>
          </a:prstGeom>
          <a:solidFill>
            <a:srgbClr val="7954D7"/>
          </a:solidFill>
          <a:ln w="12700">
            <a:solidFill>
              <a:srgbClr val="7954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2" name="Shape 460"/>
          <p:cNvSpPr/>
          <p:nvPr/>
        </p:nvSpPr>
        <p:spPr>
          <a:xfrm>
            <a:off x="2063496" y="6510528"/>
            <a:ext cx="185471" cy="41148"/>
          </a:xfrm>
          <a:prstGeom prst="rect">
            <a:avLst/>
          </a:prstGeom>
          <a:solidFill>
            <a:srgbClr val="7755D7"/>
          </a:solidFill>
          <a:ln w="12700">
            <a:solidFill>
              <a:srgbClr val="7755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3" name="Shape 461"/>
          <p:cNvSpPr/>
          <p:nvPr/>
        </p:nvSpPr>
        <p:spPr>
          <a:xfrm>
            <a:off x="2247138" y="6510528"/>
            <a:ext cx="185471" cy="41148"/>
          </a:xfrm>
          <a:prstGeom prst="rect">
            <a:avLst/>
          </a:prstGeom>
          <a:solidFill>
            <a:srgbClr val="7456D7"/>
          </a:solidFill>
          <a:ln w="12700">
            <a:solidFill>
              <a:srgbClr val="74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4" name="Shape 462"/>
          <p:cNvSpPr/>
          <p:nvPr/>
        </p:nvSpPr>
        <p:spPr>
          <a:xfrm>
            <a:off x="2430780" y="6510528"/>
            <a:ext cx="185471" cy="41148"/>
          </a:xfrm>
          <a:prstGeom prst="rect">
            <a:avLst/>
          </a:prstGeom>
          <a:solidFill>
            <a:srgbClr val="7256D7"/>
          </a:solidFill>
          <a:ln w="12700">
            <a:solidFill>
              <a:srgbClr val="7256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5" name="Shape 463"/>
          <p:cNvSpPr/>
          <p:nvPr/>
        </p:nvSpPr>
        <p:spPr>
          <a:xfrm>
            <a:off x="2614422" y="6510528"/>
            <a:ext cx="185471" cy="41148"/>
          </a:xfrm>
          <a:prstGeom prst="rect">
            <a:avLst/>
          </a:prstGeom>
          <a:solidFill>
            <a:srgbClr val="7057D7"/>
          </a:solidFill>
          <a:ln w="12700">
            <a:solidFill>
              <a:srgbClr val="7057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6" name="Shape 464"/>
          <p:cNvSpPr/>
          <p:nvPr/>
        </p:nvSpPr>
        <p:spPr>
          <a:xfrm>
            <a:off x="2798064" y="6510528"/>
            <a:ext cx="185471" cy="41148"/>
          </a:xfrm>
          <a:prstGeom prst="rect">
            <a:avLst/>
          </a:prstGeom>
          <a:solidFill>
            <a:srgbClr val="6D58D7"/>
          </a:solidFill>
          <a:ln w="12700">
            <a:solidFill>
              <a:srgbClr val="6D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7" name="Shape 465"/>
          <p:cNvSpPr/>
          <p:nvPr/>
        </p:nvSpPr>
        <p:spPr>
          <a:xfrm>
            <a:off x="2981706" y="6510528"/>
            <a:ext cx="185471" cy="41148"/>
          </a:xfrm>
          <a:prstGeom prst="rect">
            <a:avLst/>
          </a:prstGeom>
          <a:solidFill>
            <a:srgbClr val="6B58D7"/>
          </a:solidFill>
          <a:ln w="12700">
            <a:solidFill>
              <a:srgbClr val="6B58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8" name="Shape 466"/>
          <p:cNvSpPr/>
          <p:nvPr/>
        </p:nvSpPr>
        <p:spPr>
          <a:xfrm>
            <a:off x="3165348" y="6510528"/>
            <a:ext cx="185471" cy="41148"/>
          </a:xfrm>
          <a:prstGeom prst="rect">
            <a:avLst/>
          </a:prstGeom>
          <a:solidFill>
            <a:srgbClr val="6959D7"/>
          </a:solidFill>
          <a:ln w="12700">
            <a:solidFill>
              <a:srgbClr val="6959D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9" name="Shape 467"/>
          <p:cNvSpPr/>
          <p:nvPr/>
        </p:nvSpPr>
        <p:spPr>
          <a:xfrm>
            <a:off x="3348990" y="6510528"/>
            <a:ext cx="185471" cy="41148"/>
          </a:xfrm>
          <a:prstGeom prst="rect">
            <a:avLst/>
          </a:prstGeom>
          <a:solidFill>
            <a:srgbClr val="665AD6"/>
          </a:solidFill>
          <a:ln w="12700">
            <a:solidFill>
              <a:srgbClr val="66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0" name="Shape 468"/>
          <p:cNvSpPr/>
          <p:nvPr/>
        </p:nvSpPr>
        <p:spPr>
          <a:xfrm>
            <a:off x="3532632" y="6510528"/>
            <a:ext cx="185471" cy="41148"/>
          </a:xfrm>
          <a:prstGeom prst="rect">
            <a:avLst/>
          </a:prstGeom>
          <a:solidFill>
            <a:srgbClr val="645AD6"/>
          </a:solidFill>
          <a:ln w="12700">
            <a:solidFill>
              <a:srgbClr val="645A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1" name="Shape 469"/>
          <p:cNvSpPr/>
          <p:nvPr/>
        </p:nvSpPr>
        <p:spPr>
          <a:xfrm>
            <a:off x="3716274" y="6510528"/>
            <a:ext cx="185471" cy="41148"/>
          </a:xfrm>
          <a:prstGeom prst="rect">
            <a:avLst/>
          </a:prstGeom>
          <a:solidFill>
            <a:srgbClr val="625BD6"/>
          </a:solidFill>
          <a:ln w="12700">
            <a:solidFill>
              <a:srgbClr val="625B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2" name="Shape 470"/>
          <p:cNvSpPr/>
          <p:nvPr/>
        </p:nvSpPr>
        <p:spPr>
          <a:xfrm>
            <a:off x="3899916" y="6510528"/>
            <a:ext cx="185471" cy="41148"/>
          </a:xfrm>
          <a:prstGeom prst="rect">
            <a:avLst/>
          </a:prstGeom>
          <a:solidFill>
            <a:srgbClr val="5F5CD6"/>
          </a:solidFill>
          <a:ln w="12700">
            <a:solidFill>
              <a:srgbClr val="5F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3" name="Shape 471"/>
          <p:cNvSpPr/>
          <p:nvPr/>
        </p:nvSpPr>
        <p:spPr>
          <a:xfrm>
            <a:off x="4083558" y="6510528"/>
            <a:ext cx="185471" cy="41148"/>
          </a:xfrm>
          <a:prstGeom prst="rect">
            <a:avLst/>
          </a:prstGeom>
          <a:solidFill>
            <a:srgbClr val="5D5CD6"/>
          </a:solidFill>
          <a:ln w="12700">
            <a:solidFill>
              <a:srgbClr val="5D5C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4" name="Shape 472"/>
          <p:cNvSpPr/>
          <p:nvPr/>
        </p:nvSpPr>
        <p:spPr>
          <a:xfrm>
            <a:off x="4267200" y="6510528"/>
            <a:ext cx="185471" cy="41148"/>
          </a:xfrm>
          <a:prstGeom prst="rect">
            <a:avLst/>
          </a:prstGeom>
          <a:solidFill>
            <a:srgbClr val="5B5DD6"/>
          </a:solidFill>
          <a:ln w="12700">
            <a:solidFill>
              <a:srgbClr val="5B5D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5" name="Shape 473"/>
          <p:cNvSpPr/>
          <p:nvPr/>
        </p:nvSpPr>
        <p:spPr>
          <a:xfrm>
            <a:off x="4450842" y="6510528"/>
            <a:ext cx="185471" cy="41148"/>
          </a:xfrm>
          <a:prstGeom prst="rect">
            <a:avLst/>
          </a:prstGeom>
          <a:solidFill>
            <a:srgbClr val="585ED6"/>
          </a:solidFill>
          <a:ln w="12700">
            <a:solidFill>
              <a:srgbClr val="58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6" name="Shape 474"/>
          <p:cNvSpPr/>
          <p:nvPr/>
        </p:nvSpPr>
        <p:spPr>
          <a:xfrm>
            <a:off x="4634484" y="6510528"/>
            <a:ext cx="185471" cy="41148"/>
          </a:xfrm>
          <a:prstGeom prst="rect">
            <a:avLst/>
          </a:prstGeom>
          <a:solidFill>
            <a:srgbClr val="565ED6"/>
          </a:solidFill>
          <a:ln w="12700">
            <a:solidFill>
              <a:srgbClr val="565E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7" name="Shape 475"/>
          <p:cNvSpPr/>
          <p:nvPr/>
        </p:nvSpPr>
        <p:spPr>
          <a:xfrm>
            <a:off x="4818126" y="6510528"/>
            <a:ext cx="185471" cy="41148"/>
          </a:xfrm>
          <a:prstGeom prst="rect">
            <a:avLst/>
          </a:prstGeom>
          <a:solidFill>
            <a:srgbClr val="545FD6"/>
          </a:solidFill>
          <a:ln w="12700">
            <a:solidFill>
              <a:srgbClr val="545F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8" name="Shape 476"/>
          <p:cNvSpPr/>
          <p:nvPr/>
        </p:nvSpPr>
        <p:spPr>
          <a:xfrm>
            <a:off x="5001768" y="6510528"/>
            <a:ext cx="185471" cy="41148"/>
          </a:xfrm>
          <a:prstGeom prst="rect">
            <a:avLst/>
          </a:prstGeom>
          <a:solidFill>
            <a:srgbClr val="5160D6"/>
          </a:solidFill>
          <a:ln w="12700">
            <a:solidFill>
              <a:srgbClr val="51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9" name="Shape 477"/>
          <p:cNvSpPr/>
          <p:nvPr/>
        </p:nvSpPr>
        <p:spPr>
          <a:xfrm>
            <a:off x="5185410" y="6510528"/>
            <a:ext cx="185471" cy="41148"/>
          </a:xfrm>
          <a:prstGeom prst="rect">
            <a:avLst/>
          </a:prstGeom>
          <a:solidFill>
            <a:srgbClr val="4F60D6"/>
          </a:solidFill>
          <a:ln w="12700">
            <a:solidFill>
              <a:srgbClr val="4F60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0" name="Shape 478"/>
          <p:cNvSpPr/>
          <p:nvPr/>
        </p:nvSpPr>
        <p:spPr>
          <a:xfrm>
            <a:off x="5369052" y="6510528"/>
            <a:ext cx="185471" cy="41148"/>
          </a:xfrm>
          <a:prstGeom prst="rect">
            <a:avLst/>
          </a:prstGeom>
          <a:solidFill>
            <a:srgbClr val="4D61D6"/>
          </a:solidFill>
          <a:ln w="12700">
            <a:solidFill>
              <a:srgbClr val="4D6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1" name="Shape 479"/>
          <p:cNvSpPr/>
          <p:nvPr/>
        </p:nvSpPr>
        <p:spPr>
          <a:xfrm>
            <a:off x="5552694" y="6510528"/>
            <a:ext cx="185471" cy="41148"/>
          </a:xfrm>
          <a:prstGeom prst="rect">
            <a:avLst/>
          </a:prstGeom>
          <a:solidFill>
            <a:srgbClr val="4A62D6"/>
          </a:solidFill>
          <a:ln w="12700">
            <a:solidFill>
              <a:srgbClr val="4A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2" name="Shape 480"/>
          <p:cNvSpPr/>
          <p:nvPr/>
        </p:nvSpPr>
        <p:spPr>
          <a:xfrm>
            <a:off x="5736336" y="6510528"/>
            <a:ext cx="185471" cy="41148"/>
          </a:xfrm>
          <a:prstGeom prst="rect">
            <a:avLst/>
          </a:prstGeom>
          <a:solidFill>
            <a:srgbClr val="4862D6"/>
          </a:solidFill>
          <a:ln w="12700">
            <a:solidFill>
              <a:srgbClr val="4862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3" name="Shape 481"/>
          <p:cNvSpPr/>
          <p:nvPr/>
        </p:nvSpPr>
        <p:spPr>
          <a:xfrm>
            <a:off x="5919978" y="6510528"/>
            <a:ext cx="185471" cy="41148"/>
          </a:xfrm>
          <a:prstGeom prst="rect">
            <a:avLst/>
          </a:prstGeom>
          <a:solidFill>
            <a:srgbClr val="4663D6"/>
          </a:solidFill>
          <a:ln w="12700">
            <a:solidFill>
              <a:srgbClr val="4663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4" name="Shape 482"/>
          <p:cNvSpPr/>
          <p:nvPr/>
        </p:nvSpPr>
        <p:spPr>
          <a:xfrm>
            <a:off x="6103620" y="6510528"/>
            <a:ext cx="185471" cy="41148"/>
          </a:xfrm>
          <a:prstGeom prst="rect">
            <a:avLst/>
          </a:prstGeom>
          <a:solidFill>
            <a:srgbClr val="4364D5"/>
          </a:solidFill>
          <a:ln w="12700">
            <a:solidFill>
              <a:srgbClr val="4364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5" name="Shape 483"/>
          <p:cNvSpPr/>
          <p:nvPr/>
        </p:nvSpPr>
        <p:spPr>
          <a:xfrm>
            <a:off x="6287262" y="6510528"/>
            <a:ext cx="185471" cy="41148"/>
          </a:xfrm>
          <a:prstGeom prst="rect">
            <a:avLst/>
          </a:prstGeom>
          <a:solidFill>
            <a:srgbClr val="4165D5"/>
          </a:solidFill>
          <a:ln w="12700">
            <a:solidFill>
              <a:srgbClr val="41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6" name="Shape 484"/>
          <p:cNvSpPr/>
          <p:nvPr/>
        </p:nvSpPr>
        <p:spPr>
          <a:xfrm>
            <a:off x="6470904" y="6510528"/>
            <a:ext cx="185471" cy="41148"/>
          </a:xfrm>
          <a:prstGeom prst="rect">
            <a:avLst/>
          </a:prstGeom>
          <a:solidFill>
            <a:srgbClr val="3F65D5"/>
          </a:solidFill>
          <a:ln w="12700">
            <a:solidFill>
              <a:srgbClr val="3F6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7" name="Shape 485"/>
          <p:cNvSpPr/>
          <p:nvPr/>
        </p:nvSpPr>
        <p:spPr>
          <a:xfrm>
            <a:off x="6654546" y="6510528"/>
            <a:ext cx="185471" cy="41148"/>
          </a:xfrm>
          <a:prstGeom prst="rect">
            <a:avLst/>
          </a:prstGeom>
          <a:solidFill>
            <a:srgbClr val="3C66D5"/>
          </a:solidFill>
          <a:ln w="12700">
            <a:solidFill>
              <a:srgbClr val="3C66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8" name="Shape 486"/>
          <p:cNvSpPr/>
          <p:nvPr/>
        </p:nvSpPr>
        <p:spPr>
          <a:xfrm>
            <a:off x="6838188" y="6510528"/>
            <a:ext cx="185471" cy="41148"/>
          </a:xfrm>
          <a:prstGeom prst="rect">
            <a:avLst/>
          </a:prstGeom>
          <a:solidFill>
            <a:srgbClr val="3A67D5"/>
          </a:solidFill>
          <a:ln w="12700">
            <a:solidFill>
              <a:srgbClr val="3A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9" name="Shape 487"/>
          <p:cNvSpPr/>
          <p:nvPr/>
        </p:nvSpPr>
        <p:spPr>
          <a:xfrm>
            <a:off x="7021830" y="6510528"/>
            <a:ext cx="185471" cy="41148"/>
          </a:xfrm>
          <a:prstGeom prst="rect">
            <a:avLst/>
          </a:prstGeom>
          <a:solidFill>
            <a:srgbClr val="3867D5"/>
          </a:solidFill>
          <a:ln w="12700">
            <a:solidFill>
              <a:srgbClr val="3867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0" name="Shape 488"/>
          <p:cNvSpPr/>
          <p:nvPr/>
        </p:nvSpPr>
        <p:spPr>
          <a:xfrm>
            <a:off x="7205472" y="6510528"/>
            <a:ext cx="185471" cy="41148"/>
          </a:xfrm>
          <a:prstGeom prst="rect">
            <a:avLst/>
          </a:prstGeom>
          <a:solidFill>
            <a:srgbClr val="3568D5"/>
          </a:solidFill>
          <a:ln w="12700">
            <a:solidFill>
              <a:srgbClr val="3568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1" name="Shape 489"/>
          <p:cNvSpPr/>
          <p:nvPr/>
        </p:nvSpPr>
        <p:spPr>
          <a:xfrm>
            <a:off x="7389114" y="6510528"/>
            <a:ext cx="185471" cy="41148"/>
          </a:xfrm>
          <a:prstGeom prst="rect">
            <a:avLst/>
          </a:prstGeom>
          <a:solidFill>
            <a:srgbClr val="3369D5"/>
          </a:solidFill>
          <a:ln w="12700">
            <a:solidFill>
              <a:srgbClr val="33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2" name="Shape 490"/>
          <p:cNvSpPr/>
          <p:nvPr/>
        </p:nvSpPr>
        <p:spPr>
          <a:xfrm>
            <a:off x="7572756" y="6510528"/>
            <a:ext cx="185471" cy="41148"/>
          </a:xfrm>
          <a:prstGeom prst="rect">
            <a:avLst/>
          </a:prstGeom>
          <a:solidFill>
            <a:srgbClr val="3169D5"/>
          </a:solidFill>
          <a:ln w="12700">
            <a:solidFill>
              <a:srgbClr val="3169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3" name="Shape 491"/>
          <p:cNvSpPr/>
          <p:nvPr/>
        </p:nvSpPr>
        <p:spPr>
          <a:xfrm>
            <a:off x="7756398" y="6510528"/>
            <a:ext cx="185471" cy="41148"/>
          </a:xfrm>
          <a:prstGeom prst="rect">
            <a:avLst/>
          </a:prstGeom>
          <a:solidFill>
            <a:srgbClr val="2E6AD5"/>
          </a:solidFill>
          <a:ln w="12700">
            <a:solidFill>
              <a:srgbClr val="2E6A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4" name="Shape 492"/>
          <p:cNvSpPr/>
          <p:nvPr/>
        </p:nvSpPr>
        <p:spPr>
          <a:xfrm>
            <a:off x="7940040" y="6510528"/>
            <a:ext cx="185471" cy="41148"/>
          </a:xfrm>
          <a:prstGeom prst="rect">
            <a:avLst/>
          </a:prstGeom>
          <a:solidFill>
            <a:srgbClr val="2C6BD5"/>
          </a:solidFill>
          <a:ln w="12700">
            <a:solidFill>
              <a:srgbClr val="2C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5" name="Shape 493"/>
          <p:cNvSpPr/>
          <p:nvPr/>
        </p:nvSpPr>
        <p:spPr>
          <a:xfrm>
            <a:off x="8123682" y="6510528"/>
            <a:ext cx="185471" cy="41148"/>
          </a:xfrm>
          <a:prstGeom prst="rect">
            <a:avLst/>
          </a:prstGeom>
          <a:solidFill>
            <a:srgbClr val="2A6BD5"/>
          </a:solidFill>
          <a:ln w="12700">
            <a:solidFill>
              <a:srgbClr val="2A6B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6" name="Shape 494"/>
          <p:cNvSpPr/>
          <p:nvPr/>
        </p:nvSpPr>
        <p:spPr>
          <a:xfrm>
            <a:off x="8307324" y="6510528"/>
            <a:ext cx="185471" cy="41148"/>
          </a:xfrm>
          <a:prstGeom prst="rect">
            <a:avLst/>
          </a:prstGeom>
          <a:solidFill>
            <a:srgbClr val="276CD5"/>
          </a:solidFill>
          <a:ln w="12700">
            <a:solidFill>
              <a:srgbClr val="276C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7" name="Shape 495"/>
          <p:cNvSpPr/>
          <p:nvPr/>
        </p:nvSpPr>
        <p:spPr>
          <a:xfrm>
            <a:off x="8490966" y="6510528"/>
            <a:ext cx="185471" cy="41148"/>
          </a:xfrm>
          <a:prstGeom prst="rect">
            <a:avLst/>
          </a:prstGeom>
          <a:solidFill>
            <a:srgbClr val="256DD5"/>
          </a:solidFill>
          <a:ln w="12700">
            <a:solidFill>
              <a:srgbClr val="25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8" name="Shape 496"/>
          <p:cNvSpPr/>
          <p:nvPr/>
        </p:nvSpPr>
        <p:spPr>
          <a:xfrm>
            <a:off x="8674608" y="6510528"/>
            <a:ext cx="185471" cy="41148"/>
          </a:xfrm>
          <a:prstGeom prst="rect">
            <a:avLst/>
          </a:prstGeom>
          <a:solidFill>
            <a:srgbClr val="236DD5"/>
          </a:solidFill>
          <a:ln w="12700">
            <a:solidFill>
              <a:srgbClr val="236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9" name="Shape 497"/>
          <p:cNvSpPr/>
          <p:nvPr/>
        </p:nvSpPr>
        <p:spPr>
          <a:xfrm>
            <a:off x="8858250" y="6510528"/>
            <a:ext cx="185471" cy="41148"/>
          </a:xfrm>
          <a:prstGeom prst="rect">
            <a:avLst/>
          </a:prstGeom>
          <a:solidFill>
            <a:srgbClr val="206ED4"/>
          </a:solidFill>
          <a:ln w="12700">
            <a:solidFill>
              <a:srgbClr val="206E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0" name="Shape 498"/>
          <p:cNvSpPr/>
          <p:nvPr/>
        </p:nvSpPr>
        <p:spPr>
          <a:xfrm>
            <a:off x="9041892" y="6510528"/>
            <a:ext cx="185471" cy="41148"/>
          </a:xfrm>
          <a:prstGeom prst="rect">
            <a:avLst/>
          </a:prstGeom>
          <a:solidFill>
            <a:srgbClr val="1E6FD4"/>
          </a:solidFill>
          <a:ln w="12700">
            <a:solidFill>
              <a:srgbClr val="1E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1" name="Shape 499"/>
          <p:cNvSpPr/>
          <p:nvPr/>
        </p:nvSpPr>
        <p:spPr>
          <a:xfrm>
            <a:off x="9225534" y="6510528"/>
            <a:ext cx="185471" cy="41148"/>
          </a:xfrm>
          <a:prstGeom prst="rect">
            <a:avLst/>
          </a:prstGeom>
          <a:solidFill>
            <a:srgbClr val="1C6FD4"/>
          </a:solidFill>
          <a:ln w="12700">
            <a:solidFill>
              <a:srgbClr val="1C6F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2" name="Shape 500"/>
          <p:cNvSpPr/>
          <p:nvPr/>
        </p:nvSpPr>
        <p:spPr>
          <a:xfrm>
            <a:off x="9409176" y="6510528"/>
            <a:ext cx="185471" cy="41148"/>
          </a:xfrm>
          <a:prstGeom prst="rect">
            <a:avLst/>
          </a:prstGeom>
          <a:solidFill>
            <a:srgbClr val="1970D4"/>
          </a:solidFill>
          <a:ln w="12700">
            <a:solidFill>
              <a:srgbClr val="1970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3" name="Shape 501"/>
          <p:cNvSpPr/>
          <p:nvPr/>
        </p:nvSpPr>
        <p:spPr>
          <a:xfrm>
            <a:off x="9592818" y="6510528"/>
            <a:ext cx="185471" cy="41148"/>
          </a:xfrm>
          <a:prstGeom prst="rect">
            <a:avLst/>
          </a:prstGeom>
          <a:solidFill>
            <a:srgbClr val="1771D4"/>
          </a:solidFill>
          <a:ln w="12700">
            <a:solidFill>
              <a:srgbClr val="17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4" name="Shape 502"/>
          <p:cNvSpPr/>
          <p:nvPr/>
        </p:nvSpPr>
        <p:spPr>
          <a:xfrm>
            <a:off x="9776460" y="6510528"/>
            <a:ext cx="185471" cy="41148"/>
          </a:xfrm>
          <a:prstGeom prst="rect">
            <a:avLst/>
          </a:prstGeom>
          <a:solidFill>
            <a:srgbClr val="1571D4"/>
          </a:solidFill>
          <a:ln w="12700">
            <a:solidFill>
              <a:srgbClr val="1571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5" name="Shape 503"/>
          <p:cNvSpPr/>
          <p:nvPr/>
        </p:nvSpPr>
        <p:spPr>
          <a:xfrm>
            <a:off x="9960102" y="6510528"/>
            <a:ext cx="185471" cy="41148"/>
          </a:xfrm>
          <a:prstGeom prst="rect">
            <a:avLst/>
          </a:prstGeom>
          <a:solidFill>
            <a:srgbClr val="1272D4"/>
          </a:solidFill>
          <a:ln w="12700">
            <a:solidFill>
              <a:srgbClr val="127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6" name="Shape 504"/>
          <p:cNvSpPr/>
          <p:nvPr/>
        </p:nvSpPr>
        <p:spPr>
          <a:xfrm>
            <a:off x="10143744" y="6510528"/>
            <a:ext cx="185471" cy="41148"/>
          </a:xfrm>
          <a:prstGeom prst="rect">
            <a:avLst/>
          </a:prstGeom>
          <a:solidFill>
            <a:srgbClr val="1073D4"/>
          </a:solidFill>
          <a:ln w="12700">
            <a:solidFill>
              <a:srgbClr val="10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7" name="Shape 505"/>
          <p:cNvSpPr/>
          <p:nvPr/>
        </p:nvSpPr>
        <p:spPr>
          <a:xfrm>
            <a:off x="10327386" y="6510528"/>
            <a:ext cx="185471" cy="41148"/>
          </a:xfrm>
          <a:prstGeom prst="rect">
            <a:avLst/>
          </a:prstGeom>
          <a:solidFill>
            <a:srgbClr val="0E73D4"/>
          </a:solidFill>
          <a:ln w="12700">
            <a:solidFill>
              <a:srgbClr val="0E73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8" name="Shape 506"/>
          <p:cNvSpPr/>
          <p:nvPr/>
        </p:nvSpPr>
        <p:spPr>
          <a:xfrm>
            <a:off x="10511028" y="6510528"/>
            <a:ext cx="185471" cy="41148"/>
          </a:xfrm>
          <a:prstGeom prst="rect">
            <a:avLst/>
          </a:prstGeom>
          <a:solidFill>
            <a:srgbClr val="0B74D4"/>
          </a:solidFill>
          <a:ln w="12700">
            <a:solidFill>
              <a:srgbClr val="0B7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9" name="Shape 507"/>
          <p:cNvSpPr/>
          <p:nvPr/>
        </p:nvSpPr>
        <p:spPr>
          <a:xfrm>
            <a:off x="10694670" y="6510528"/>
            <a:ext cx="185471" cy="41148"/>
          </a:xfrm>
          <a:prstGeom prst="rect">
            <a:avLst/>
          </a:prstGeom>
          <a:solidFill>
            <a:srgbClr val="0975D4"/>
          </a:solidFill>
          <a:ln w="12700">
            <a:solidFill>
              <a:srgbClr val="09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0" name="Shape 508"/>
          <p:cNvSpPr/>
          <p:nvPr/>
        </p:nvSpPr>
        <p:spPr>
          <a:xfrm>
            <a:off x="10878312" y="6510528"/>
            <a:ext cx="185471" cy="41148"/>
          </a:xfrm>
          <a:prstGeom prst="rect">
            <a:avLst/>
          </a:prstGeom>
          <a:solidFill>
            <a:srgbClr val="0775D4"/>
          </a:solidFill>
          <a:ln w="12700">
            <a:solidFill>
              <a:srgbClr val="0775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1" name="Shape 509"/>
          <p:cNvSpPr/>
          <p:nvPr/>
        </p:nvSpPr>
        <p:spPr>
          <a:xfrm>
            <a:off x="11061954" y="6510528"/>
            <a:ext cx="185471" cy="41148"/>
          </a:xfrm>
          <a:prstGeom prst="rect">
            <a:avLst/>
          </a:prstGeom>
          <a:solidFill>
            <a:srgbClr val="0476D4"/>
          </a:solidFill>
          <a:ln w="12700">
            <a:solidFill>
              <a:srgbClr val="047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2" name="Shape 510"/>
          <p:cNvSpPr/>
          <p:nvPr/>
        </p:nvSpPr>
        <p:spPr>
          <a:xfrm>
            <a:off x="11245596" y="6510528"/>
            <a:ext cx="185471" cy="41148"/>
          </a:xfrm>
          <a:prstGeom prst="rect">
            <a:avLst/>
          </a:prstGeom>
          <a:solidFill>
            <a:srgbClr val="0277D4"/>
          </a:solidFill>
          <a:ln w="12700">
            <a:solidFill>
              <a:srgbClr val="0277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3" name="Shape 511"/>
          <p:cNvSpPr/>
          <p:nvPr/>
        </p:nvSpPr>
        <p:spPr>
          <a:xfrm>
            <a:off x="11429238" y="6510528"/>
            <a:ext cx="185471" cy="411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4" name="Text 512"/>
          <p:cNvSpPr/>
          <p:nvPr/>
        </p:nvSpPr>
        <p:spPr>
          <a:xfrm>
            <a:off x="502920" y="6510528"/>
            <a:ext cx="11201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Git Repo: </a:t>
            </a:r>
            <a:r>
              <a:rPr lang="en-US" sz="1200" dirty="0" err="1"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rebmid</a:t>
            </a:r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/Copilot-alz-workshop-orchestrator </a:t>
            </a:r>
            <a:r>
              <a:rPr lang="en-US" sz="1200" dirty="0">
                <a:latin typeface="Segoe UI" panose="020B0502040204020203" pitchFamily="34" charset="0"/>
                <a:cs typeface="Segoe UI" panose="020B0502040204020203" pitchFamily="34" charset="0"/>
              </a:rPr>
              <a:t>  </a:t>
            </a:r>
            <a:r>
              <a:rPr lang="en-US" sz="1200" b="1" dirty="0">
                <a:solidFill>
                  <a:srgbClr val="5555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Command:  python scan.py --workshop-copilot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1002</TotalTime>
  <Words>390</Words>
  <Application>Microsoft Office PowerPoint</Application>
  <PresentationFormat>Widescreen</PresentationFormat>
  <Paragraphs>74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 Display</vt:lpstr>
      <vt:lpstr>Arial</vt:lpstr>
      <vt:lpstr>Segoe UI</vt:lpstr>
      <vt:lpstr>Segoe UI Semibold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Rebekah Midkiff</cp:lastModifiedBy>
  <cp:revision>10</cp:revision>
  <dcterms:created xsi:type="dcterms:W3CDTF">2026-03-04T20:08:00Z</dcterms:created>
  <dcterms:modified xsi:type="dcterms:W3CDTF">2026-03-05T18:13:29Z</dcterms:modified>
</cp:coreProperties>
</file>