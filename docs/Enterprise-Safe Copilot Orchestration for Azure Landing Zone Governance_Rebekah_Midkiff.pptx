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227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app/?source=embedded-builder&amp;titleId=T_3128688b-1520-da9d-ba71-8db4bf0fb0c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8650D7"/>
          </a:solidFill>
          <a:ln w="12700">
            <a:solidFill>
              <a:srgbClr val="86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8351D7"/>
          </a:solidFill>
          <a:ln w="12700">
            <a:solidFill>
              <a:srgbClr val="83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7F53D7"/>
          </a:solidFill>
          <a:ln w="12700">
            <a:solidFill>
              <a:srgbClr val="7F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7854D7"/>
          </a:solidFill>
          <a:ln w="12700">
            <a:solidFill>
              <a:srgbClr val="78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7555D7"/>
          </a:solidFill>
          <a:ln w="12700">
            <a:solidFill>
              <a:srgbClr val="75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7157D7"/>
          </a:solidFill>
          <a:ln w="12700">
            <a:solidFill>
              <a:srgbClr val="71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6A58D7"/>
          </a:solidFill>
          <a:ln w="12700">
            <a:solidFill>
              <a:srgbClr val="6A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6759D7"/>
          </a:solidFill>
          <a:ln w="12700">
            <a:solidFill>
              <a:srgbClr val="67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635BD6"/>
          </a:solidFill>
          <a:ln w="12700">
            <a:solidFill>
              <a:srgbClr val="63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5D5DD6"/>
          </a:solidFill>
          <a:ln w="12700">
            <a:solidFill>
              <a:srgbClr val="5D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5B5DD6"/>
          </a:solidFill>
          <a:ln w="12700">
            <a:solidFill>
              <a:srgbClr val="5B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595DD6"/>
          </a:solidFill>
          <a:ln w="12700">
            <a:solidFill>
              <a:srgbClr val="59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4F61D6"/>
          </a:solidFill>
          <a:ln w="12700">
            <a:solidFill>
              <a:srgbClr val="4F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4D61D6"/>
          </a:solidFill>
          <a:ln w="12700">
            <a:solidFill>
              <a:srgbClr val="4D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4B61D6"/>
          </a:solidFill>
          <a:ln w="12700">
            <a:solidFill>
              <a:srgbClr val="4B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3F65D5"/>
          </a:solidFill>
          <a:ln w="12700">
            <a:solidFill>
              <a:srgbClr val="3F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3A66D5"/>
          </a:solidFill>
          <a:ln w="12700">
            <a:solidFill>
              <a:srgbClr val="3A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3169D5"/>
          </a:solidFill>
          <a:ln w="12700">
            <a:solidFill>
              <a:srgbClr val="31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2C6AD5"/>
          </a:solidFill>
          <a:ln w="12700">
            <a:solidFill>
              <a:srgbClr val="2C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236DD5"/>
          </a:solidFill>
          <a:ln w="12700">
            <a:solidFill>
              <a:srgbClr val="23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1F6FD4"/>
          </a:solidFill>
          <a:ln w="12700">
            <a:solidFill>
              <a:srgbClr val="1F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1870D4"/>
          </a:solidFill>
          <a:ln w="12700">
            <a:solidFill>
              <a:srgbClr val="18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1571D4"/>
          </a:solidFill>
          <a:ln w="12700">
            <a:solidFill>
              <a:srgbClr val="15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1173D4"/>
          </a:solidFill>
          <a:ln w="12700">
            <a:solidFill>
              <a:srgbClr val="11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0A74D4"/>
          </a:solidFill>
          <a:ln w="12700">
            <a:solidFill>
              <a:srgbClr val="0A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775D4"/>
          </a:solidFill>
          <a:ln w="12700">
            <a:solidFill>
              <a:srgbClr val="07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41853" y="201168"/>
            <a:ext cx="1102530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8D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Manual Azure Landing Zone Workshops to Governed, AI‑Orchestrated Delivery</a:t>
            </a:r>
            <a:endParaRPr lang="en-US" sz="2400" dirty="0"/>
          </a:p>
        </p:txBody>
      </p:sp>
      <p:sp>
        <p:nvSpPr>
          <p:cNvPr id="93" name="Text 91"/>
          <p:cNvSpPr/>
          <p:nvPr/>
        </p:nvSpPr>
        <p:spPr>
          <a:xfrm>
            <a:off x="594360" y="713232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Repeatable. Deterministic. Enterprise‑safe guardrails for CSA‑led engagements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594360" y="1042416"/>
            <a:ext cx="158583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751114" y="1042416"/>
            <a:ext cx="158583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907869" y="1042416"/>
            <a:ext cx="158583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1064623" y="1042416"/>
            <a:ext cx="158583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1221377" y="1042416"/>
            <a:ext cx="158583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1378131" y="1042416"/>
            <a:ext cx="158583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1534886" y="1042416"/>
            <a:ext cx="158583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1691640" y="1042416"/>
            <a:ext cx="158583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1848394" y="1042416"/>
            <a:ext cx="158583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2005149" y="1042416"/>
            <a:ext cx="158583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2161903" y="1042416"/>
            <a:ext cx="158583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2318657" y="1042416"/>
            <a:ext cx="158583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2475411" y="1042416"/>
            <a:ext cx="158583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2632166" y="1042416"/>
            <a:ext cx="158583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2788920" y="1042416"/>
            <a:ext cx="158583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2945674" y="1042416"/>
            <a:ext cx="158583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3102429" y="1042416"/>
            <a:ext cx="158583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3259183" y="1042416"/>
            <a:ext cx="158583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3415937" y="1042416"/>
            <a:ext cx="158583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3572691" y="1042416"/>
            <a:ext cx="158583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3729446" y="1042416"/>
            <a:ext cx="158583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3886200" y="1042416"/>
            <a:ext cx="158583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042954" y="1042416"/>
            <a:ext cx="158583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4199709" y="1042416"/>
            <a:ext cx="158583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4356463" y="1042416"/>
            <a:ext cx="158583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513217" y="1042416"/>
            <a:ext cx="158583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4669971" y="1042416"/>
            <a:ext cx="158583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4826726" y="1042416"/>
            <a:ext cx="158583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4983480" y="1042416"/>
            <a:ext cx="158583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5140234" y="1042416"/>
            <a:ext cx="158583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5296989" y="1042416"/>
            <a:ext cx="158583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5453743" y="1042416"/>
            <a:ext cx="158583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5610497" y="1042416"/>
            <a:ext cx="158583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5767251" y="1042416"/>
            <a:ext cx="158583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5924006" y="1042416"/>
            <a:ext cx="158583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080760" y="1042416"/>
            <a:ext cx="158583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237514" y="1042416"/>
            <a:ext cx="158583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6394269" y="1042416"/>
            <a:ext cx="158583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6551023" y="1042416"/>
            <a:ext cx="158583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6707777" y="1042416"/>
            <a:ext cx="158583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6864531" y="1042416"/>
            <a:ext cx="158583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3"/>
          <p:cNvSpPr/>
          <p:nvPr/>
        </p:nvSpPr>
        <p:spPr>
          <a:xfrm>
            <a:off x="7021286" y="1042416"/>
            <a:ext cx="158583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4"/>
          <p:cNvSpPr/>
          <p:nvPr/>
        </p:nvSpPr>
        <p:spPr>
          <a:xfrm>
            <a:off x="7178040" y="1042416"/>
            <a:ext cx="158583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334794" y="1042416"/>
            <a:ext cx="158583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491549" y="1042416"/>
            <a:ext cx="158583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648303" y="1042416"/>
            <a:ext cx="158583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805057" y="1042416"/>
            <a:ext cx="158583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961811" y="1042416"/>
            <a:ext cx="158583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8118566" y="1042416"/>
            <a:ext cx="158583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8275320" y="1042416"/>
            <a:ext cx="158583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8432074" y="1042416"/>
            <a:ext cx="158583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8588829" y="1042416"/>
            <a:ext cx="158583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8745583" y="1042416"/>
            <a:ext cx="158583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8902337" y="1042416"/>
            <a:ext cx="158583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9059091" y="1042416"/>
            <a:ext cx="158583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9215846" y="1042416"/>
            <a:ext cx="158583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9372600" y="1042416"/>
            <a:ext cx="158583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9529354" y="1042416"/>
            <a:ext cx="158583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9686109" y="1042416"/>
            <a:ext cx="158583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9842863" y="1042416"/>
            <a:ext cx="158583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9999617" y="1042416"/>
            <a:ext cx="158583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10156371" y="1042416"/>
            <a:ext cx="158583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10313126" y="1042416"/>
            <a:ext cx="158583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10469880" y="1042416"/>
            <a:ext cx="158583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10626634" y="1042416"/>
            <a:ext cx="158583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10783389" y="1042416"/>
            <a:ext cx="158583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10940143" y="1042416"/>
            <a:ext cx="158583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11096897" y="1042416"/>
            <a:ext cx="158583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11253651" y="1042416"/>
            <a:ext cx="158583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11410406" y="1042416"/>
            <a:ext cx="158583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630936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594360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731520" y="1207008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832863" y="1207008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934206" y="1207008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1035549" y="1207008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1136892" y="1207008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1238235" y="1207008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1339578" y="1207008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1440921" y="1207008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1542264" y="1207008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1643607" y="1207008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1744950" y="1207008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1846292" y="1207008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1947635" y="1207008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2048978" y="1207008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2150321" y="1207008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2251664" y="1207008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2353007" y="1207008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2454350" y="1207008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2555693" y="1207008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2657036" y="1207008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2758379" y="1207008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2859722" y="1207008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2961065" y="1207008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3062408" y="1207008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3163751" y="1207008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3265094" y="1207008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3366437" y="1207008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3467780" y="1207008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3569123" y="1207008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3670466" y="1207008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3771809" y="1207008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3873152" y="1207008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3974494" y="1207008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4075837" y="1207008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4177180" y="1207008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4278523" y="1207008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4379866" y="1207008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4481209" y="1207008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4582552" y="1207008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4683895" y="1207008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4785238" y="1207008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4886581" y="1207008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4987924" y="1207008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5089267" y="1207008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5190610" y="1207008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5291953" y="1207008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5393296" y="1207008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211"/>
          <p:cNvSpPr/>
          <p:nvPr/>
        </p:nvSpPr>
        <p:spPr>
          <a:xfrm>
            <a:off x="5494639" y="1207008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212"/>
          <p:cNvSpPr/>
          <p:nvPr/>
        </p:nvSpPr>
        <p:spPr>
          <a:xfrm>
            <a:off x="5595982" y="1207008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213"/>
          <p:cNvSpPr/>
          <p:nvPr/>
        </p:nvSpPr>
        <p:spPr>
          <a:xfrm>
            <a:off x="5697325" y="1207008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214"/>
          <p:cNvSpPr/>
          <p:nvPr/>
        </p:nvSpPr>
        <p:spPr>
          <a:xfrm>
            <a:off x="795528" y="1435608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Text 215"/>
          <p:cNvSpPr/>
          <p:nvPr/>
        </p:nvSpPr>
        <p:spPr>
          <a:xfrm>
            <a:off x="795528" y="14356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FIELD IMPACT</a:t>
            </a:r>
            <a:endParaRPr lang="en-US" sz="1100" dirty="0"/>
          </a:p>
        </p:txBody>
      </p:sp>
      <p:sp>
        <p:nvSpPr>
          <p:cNvPr id="218" name="Text 216"/>
          <p:cNvSpPr/>
          <p:nvPr/>
        </p:nvSpPr>
        <p:spPr>
          <a:xfrm>
            <a:off x="822960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changes for the CSA</a:t>
            </a:r>
            <a:endParaRPr lang="en-US" sz="1800" dirty="0"/>
          </a:p>
        </p:txBody>
      </p:sp>
      <p:sp>
        <p:nvSpPr>
          <p:cNvPr id="219" name="Text 217"/>
          <p:cNvSpPr/>
          <p:nvPr/>
        </p:nvSpPr>
        <p:spPr>
          <a:xfrm>
            <a:off x="868680" y="2212848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fontAlgn="t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cs typeface="Segoe UI" pitchFamily="34" charset="-120"/>
              </a:rPr>
              <a:t>Intent‑scoped workshops reduce “run everything” noise</a:t>
            </a:r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scoring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domain-level summaries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executive outputs (HTML + Excel)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Re‑runnable assessments with deterministic delta tracking</a:t>
            </a:r>
            <a:endParaRPr lang="en-US" sz="1250" dirty="0"/>
          </a:p>
        </p:txBody>
      </p:sp>
      <p:sp>
        <p:nvSpPr>
          <p:cNvPr id="220" name="Shape 218"/>
          <p:cNvSpPr/>
          <p:nvPr/>
        </p:nvSpPr>
        <p:spPr>
          <a:xfrm>
            <a:off x="6292444" y="1243584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6255868" y="1207008"/>
            <a:ext cx="5341468" cy="2423160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6393028" y="1207008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6494371" y="1207008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6595714" y="1207008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6697056" y="1207008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6798399" y="1207008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6899742" y="1207008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7001085" y="1207008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7102428" y="1207008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7203771" y="1207008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7305114" y="1207008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7406457" y="1207008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7507800" y="1207008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7609143" y="1207008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7710486" y="1207008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7811829" y="1207008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7913172" y="1207008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8014515" y="1207008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8115858" y="1207008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8217201" y="1207008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8318544" y="1207008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8419887" y="1207008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8521230" y="1207008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8622573" y="1207008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8723915" y="1207008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8825258" y="1207008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8926601" y="1207008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9027944" y="1207008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9129287" y="1207008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9230630" y="1207008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9331973" y="1207008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9433316" y="1207008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9534659" y="1207008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9636002" y="1207008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9737345" y="1207008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9838688" y="1207008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9940031" y="1207008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10041374" y="1207008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10142717" y="1207008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Shape 258"/>
          <p:cNvSpPr/>
          <p:nvPr/>
        </p:nvSpPr>
        <p:spPr>
          <a:xfrm>
            <a:off x="10244060" y="1207008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Shape 259"/>
          <p:cNvSpPr/>
          <p:nvPr/>
        </p:nvSpPr>
        <p:spPr>
          <a:xfrm>
            <a:off x="10345403" y="1207008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2" name="Shape 260"/>
          <p:cNvSpPr/>
          <p:nvPr/>
        </p:nvSpPr>
        <p:spPr>
          <a:xfrm>
            <a:off x="10446746" y="1207008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1"/>
          <p:cNvSpPr/>
          <p:nvPr/>
        </p:nvSpPr>
        <p:spPr>
          <a:xfrm>
            <a:off x="10548089" y="1207008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Shape 262"/>
          <p:cNvSpPr/>
          <p:nvPr/>
        </p:nvSpPr>
        <p:spPr>
          <a:xfrm>
            <a:off x="10649432" y="1207008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10750775" y="1207008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10852117" y="1207008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10953460" y="1207008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11054803" y="1207008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1156146" y="1207008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1257489" y="1207008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1358832" y="1207008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6457036" y="1435608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Text 271"/>
          <p:cNvSpPr/>
          <p:nvPr/>
        </p:nvSpPr>
        <p:spPr>
          <a:xfrm>
            <a:off x="6457036" y="1435608"/>
            <a:ext cx="1929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ASSURANCE</a:t>
            </a:r>
            <a:endParaRPr lang="en-US" sz="1100" dirty="0"/>
          </a:p>
        </p:txBody>
      </p:sp>
      <p:sp>
        <p:nvSpPr>
          <p:cNvPr id="274" name="Text 272"/>
          <p:cNvSpPr/>
          <p:nvPr/>
        </p:nvSpPr>
        <p:spPr>
          <a:xfrm>
            <a:off x="6484468" y="1847088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it’s safe</a:t>
            </a:r>
            <a:endParaRPr lang="en-US" sz="1800" dirty="0"/>
          </a:p>
        </p:txBody>
      </p:sp>
      <p:sp>
        <p:nvSpPr>
          <p:cNvPr id="275" name="Text 273"/>
          <p:cNvSpPr/>
          <p:nvPr/>
        </p:nvSpPr>
        <p:spPr>
          <a:xfrm>
            <a:off x="6530188" y="2212848"/>
            <a:ext cx="4792828" cy="1252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engine is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authoritative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(AI cannot alter scoring)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direct Azure access from Copilot (read‑only collectors)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Tool‑restricted orchestration (no arbitrary shell or mutation)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 confined to out/ with auditable run_id logging</a:t>
            </a:r>
            <a:endParaRPr lang="en-US" sz="1250" dirty="0"/>
          </a:p>
        </p:txBody>
      </p:sp>
      <p:sp>
        <p:nvSpPr>
          <p:cNvPr id="276" name="Shape 274"/>
          <p:cNvSpPr/>
          <p:nvPr/>
        </p:nvSpPr>
        <p:spPr>
          <a:xfrm>
            <a:off x="630936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594360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731520" y="3886200"/>
            <a:ext cx="103172" cy="59436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832863" y="3886200"/>
            <a:ext cx="103172" cy="59436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934206" y="3886200"/>
            <a:ext cx="103172" cy="59436"/>
          </a:xfrm>
          <a:prstGeom prst="rect">
            <a:avLst/>
          </a:prstGeom>
          <a:solidFill>
            <a:srgbClr val="8750D7"/>
          </a:solidFill>
          <a:ln w="12700">
            <a:solidFill>
              <a:srgbClr val="87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1035549" y="3886200"/>
            <a:ext cx="103172" cy="59436"/>
          </a:xfrm>
          <a:prstGeom prst="rect">
            <a:avLst/>
          </a:prstGeom>
          <a:solidFill>
            <a:srgbClr val="8551D7"/>
          </a:solidFill>
          <a:ln w="12700">
            <a:solidFill>
              <a:srgbClr val="85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1136892" y="3886200"/>
            <a:ext cx="103172" cy="59436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1238235" y="3886200"/>
            <a:ext cx="103172" cy="59436"/>
          </a:xfrm>
          <a:prstGeom prst="rect">
            <a:avLst/>
          </a:prstGeom>
          <a:solidFill>
            <a:srgbClr val="8352D7"/>
          </a:solidFill>
          <a:ln w="12700">
            <a:solidFill>
              <a:srgbClr val="83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1339578" y="3886200"/>
            <a:ext cx="103172" cy="59436"/>
          </a:xfrm>
          <a:prstGeom prst="rect">
            <a:avLst/>
          </a:prstGeom>
          <a:solidFill>
            <a:srgbClr val="8152D7"/>
          </a:solidFill>
          <a:ln w="12700">
            <a:solidFill>
              <a:srgbClr val="81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1440921" y="3886200"/>
            <a:ext cx="103172" cy="59436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1542264" y="3886200"/>
            <a:ext cx="103172" cy="59436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1643607" y="3886200"/>
            <a:ext cx="103172" cy="59436"/>
          </a:xfrm>
          <a:prstGeom prst="rect">
            <a:avLst/>
          </a:prstGeom>
          <a:solidFill>
            <a:srgbClr val="7D53D7"/>
          </a:solidFill>
          <a:ln w="12700">
            <a:solidFill>
              <a:srgbClr val="7D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1744950" y="3886200"/>
            <a:ext cx="103172" cy="59436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1846292" y="3886200"/>
            <a:ext cx="103172" cy="59436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1947635" y="3886200"/>
            <a:ext cx="103172" cy="59436"/>
          </a:xfrm>
          <a:prstGeom prst="rect">
            <a:avLst/>
          </a:prstGeom>
          <a:solidFill>
            <a:srgbClr val="7954D7"/>
          </a:solidFill>
          <a:ln w="12700">
            <a:solidFill>
              <a:srgbClr val="79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2048978" y="3886200"/>
            <a:ext cx="103172" cy="59436"/>
          </a:xfrm>
          <a:prstGeom prst="rect">
            <a:avLst/>
          </a:prstGeom>
          <a:solidFill>
            <a:srgbClr val="7755D7"/>
          </a:solidFill>
          <a:ln w="12700">
            <a:solidFill>
              <a:srgbClr val="77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2150321" y="3886200"/>
            <a:ext cx="103172" cy="59436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2251664" y="3886200"/>
            <a:ext cx="103172" cy="59436"/>
          </a:xfrm>
          <a:prstGeom prst="rect">
            <a:avLst/>
          </a:prstGeom>
          <a:solidFill>
            <a:srgbClr val="7556D7"/>
          </a:solidFill>
          <a:ln w="12700">
            <a:solidFill>
              <a:srgbClr val="75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2353007" y="3886200"/>
            <a:ext cx="103172" cy="59436"/>
          </a:xfrm>
          <a:prstGeom prst="rect">
            <a:avLst/>
          </a:prstGeom>
          <a:solidFill>
            <a:srgbClr val="7356D7"/>
          </a:solidFill>
          <a:ln w="12700">
            <a:solidFill>
              <a:srgbClr val="73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2454350" y="3886200"/>
            <a:ext cx="103172" cy="59436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2555693" y="3886200"/>
            <a:ext cx="103172" cy="59436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2657036" y="3886200"/>
            <a:ext cx="103172" cy="59436"/>
          </a:xfrm>
          <a:prstGeom prst="rect">
            <a:avLst/>
          </a:prstGeom>
          <a:solidFill>
            <a:srgbClr val="6F57D7"/>
          </a:solidFill>
          <a:ln w="12700">
            <a:solidFill>
              <a:srgbClr val="6F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2758379" y="3886200"/>
            <a:ext cx="103172" cy="59436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2859722" y="3886200"/>
            <a:ext cx="103172" cy="59436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2961065" y="3886200"/>
            <a:ext cx="103172" cy="59436"/>
          </a:xfrm>
          <a:prstGeom prst="rect">
            <a:avLst/>
          </a:prstGeom>
          <a:solidFill>
            <a:srgbClr val="6B58D7"/>
          </a:solidFill>
          <a:ln w="12700">
            <a:solidFill>
              <a:srgbClr val="6B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3062408" y="3886200"/>
            <a:ext cx="103172" cy="59436"/>
          </a:xfrm>
          <a:prstGeom prst="rect">
            <a:avLst/>
          </a:prstGeom>
          <a:solidFill>
            <a:srgbClr val="6959D7"/>
          </a:solidFill>
          <a:ln w="12700">
            <a:solidFill>
              <a:srgbClr val="69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3163751" y="3886200"/>
            <a:ext cx="103172" cy="59436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3265094" y="3886200"/>
            <a:ext cx="103172" cy="59436"/>
          </a:xfrm>
          <a:prstGeom prst="rect">
            <a:avLst/>
          </a:prstGeom>
          <a:solidFill>
            <a:srgbClr val="675AD6"/>
          </a:solidFill>
          <a:ln w="12700">
            <a:solidFill>
              <a:srgbClr val="67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3366437" y="3886200"/>
            <a:ext cx="103172" cy="59436"/>
          </a:xfrm>
          <a:prstGeom prst="rect">
            <a:avLst/>
          </a:prstGeom>
          <a:solidFill>
            <a:srgbClr val="655AD6"/>
          </a:solidFill>
          <a:ln w="12700">
            <a:solidFill>
              <a:srgbClr val="65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3467780" y="3886200"/>
            <a:ext cx="103172" cy="59436"/>
          </a:xfrm>
          <a:prstGeom prst="rect">
            <a:avLst/>
          </a:prstGeom>
          <a:solidFill>
            <a:srgbClr val="645AD6"/>
          </a:solidFill>
          <a:ln w="12700">
            <a:solidFill>
              <a:srgbClr val="64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3569123" y="3886200"/>
            <a:ext cx="103172" cy="59436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3670466" y="3886200"/>
            <a:ext cx="103172" cy="59436"/>
          </a:xfrm>
          <a:prstGeom prst="rect">
            <a:avLst/>
          </a:prstGeom>
          <a:solidFill>
            <a:srgbClr val="615BD6"/>
          </a:solidFill>
          <a:ln w="12700">
            <a:solidFill>
              <a:srgbClr val="61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3771809" y="3886200"/>
            <a:ext cx="103172" cy="59436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3873152" y="3886200"/>
            <a:ext cx="103172" cy="59436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3974494" y="3886200"/>
            <a:ext cx="103172" cy="59436"/>
          </a:xfrm>
          <a:prstGeom prst="rect">
            <a:avLst/>
          </a:prstGeom>
          <a:solidFill>
            <a:srgbClr val="5D5CD6"/>
          </a:solidFill>
          <a:ln w="12700">
            <a:solidFill>
              <a:srgbClr val="5D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4075837" y="3886200"/>
            <a:ext cx="103172" cy="59436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4177180" y="3886200"/>
            <a:ext cx="103172" cy="59436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4278523" y="3886200"/>
            <a:ext cx="103172" cy="59436"/>
          </a:xfrm>
          <a:prstGeom prst="rect">
            <a:avLst/>
          </a:prstGeom>
          <a:solidFill>
            <a:srgbClr val="595ED6"/>
          </a:solidFill>
          <a:ln w="12700">
            <a:solidFill>
              <a:srgbClr val="59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4379866" y="3886200"/>
            <a:ext cx="103172" cy="59436"/>
          </a:xfrm>
          <a:prstGeom prst="rect">
            <a:avLst/>
          </a:prstGeom>
          <a:solidFill>
            <a:srgbClr val="575ED6"/>
          </a:solidFill>
          <a:ln w="12700">
            <a:solidFill>
              <a:srgbClr val="57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4481209" y="3886200"/>
            <a:ext cx="103172" cy="59436"/>
          </a:xfrm>
          <a:prstGeom prst="rect">
            <a:avLst/>
          </a:prstGeom>
          <a:solidFill>
            <a:srgbClr val="565ED6"/>
          </a:solidFill>
          <a:ln w="12700">
            <a:solidFill>
              <a:srgbClr val="56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4582552" y="3886200"/>
            <a:ext cx="103172" cy="59436"/>
          </a:xfrm>
          <a:prstGeom prst="rect">
            <a:avLst/>
          </a:prstGeom>
          <a:solidFill>
            <a:srgbClr val="555FD6"/>
          </a:solidFill>
          <a:ln w="12700">
            <a:solidFill>
              <a:srgbClr val="55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4683895" y="3886200"/>
            <a:ext cx="103172" cy="59436"/>
          </a:xfrm>
          <a:prstGeom prst="rect">
            <a:avLst/>
          </a:prstGeom>
          <a:solidFill>
            <a:srgbClr val="535FD6"/>
          </a:solidFill>
          <a:ln w="12700">
            <a:solidFill>
              <a:srgbClr val="53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4785238" y="3886200"/>
            <a:ext cx="103172" cy="59436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4886581" y="3886200"/>
            <a:ext cx="103172" cy="59436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4987924" y="3886200"/>
            <a:ext cx="103172" cy="59436"/>
          </a:xfrm>
          <a:prstGeom prst="rect">
            <a:avLst/>
          </a:prstGeom>
          <a:solidFill>
            <a:srgbClr val="4F60D6"/>
          </a:solidFill>
          <a:ln w="12700">
            <a:solidFill>
              <a:srgbClr val="4F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5089267" y="3886200"/>
            <a:ext cx="103172" cy="59436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5190610" y="3886200"/>
            <a:ext cx="103172" cy="59436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5291953" y="3886200"/>
            <a:ext cx="103172" cy="59436"/>
          </a:xfrm>
          <a:prstGeom prst="rect">
            <a:avLst/>
          </a:prstGeom>
          <a:solidFill>
            <a:srgbClr val="4B62D6"/>
          </a:solidFill>
          <a:ln w="12700">
            <a:solidFill>
              <a:srgbClr val="4B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5393296" y="3886200"/>
            <a:ext cx="103172" cy="59436"/>
          </a:xfrm>
          <a:prstGeom prst="rect">
            <a:avLst/>
          </a:prstGeom>
          <a:solidFill>
            <a:srgbClr val="4962D6"/>
          </a:solidFill>
          <a:ln w="12700">
            <a:solidFill>
              <a:srgbClr val="49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5494639" y="3886200"/>
            <a:ext cx="103172" cy="59436"/>
          </a:xfrm>
          <a:prstGeom prst="rect">
            <a:avLst/>
          </a:prstGeom>
          <a:solidFill>
            <a:srgbClr val="4862D6"/>
          </a:solidFill>
          <a:ln w="12700">
            <a:solidFill>
              <a:srgbClr val="48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5595982" y="3886200"/>
            <a:ext cx="103172" cy="59436"/>
          </a:xfrm>
          <a:prstGeom prst="rect">
            <a:avLst/>
          </a:prstGeom>
          <a:solidFill>
            <a:srgbClr val="4763D6"/>
          </a:solidFill>
          <a:ln w="12700">
            <a:solidFill>
              <a:srgbClr val="47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5697325" y="3886200"/>
            <a:ext cx="103172" cy="59436"/>
          </a:xfrm>
          <a:prstGeom prst="rect">
            <a:avLst/>
          </a:prstGeom>
          <a:solidFill>
            <a:srgbClr val="4563D6"/>
          </a:solidFill>
          <a:ln w="12700">
            <a:solidFill>
              <a:srgbClr val="45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795528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Text 327"/>
          <p:cNvSpPr/>
          <p:nvPr/>
        </p:nvSpPr>
        <p:spPr>
          <a:xfrm>
            <a:off x="795528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SHIFT</a:t>
            </a:r>
            <a:endParaRPr lang="en-US" sz="1100" dirty="0"/>
          </a:p>
        </p:txBody>
      </p:sp>
      <p:sp>
        <p:nvSpPr>
          <p:cNvPr id="330" name="Text 328"/>
          <p:cNvSpPr/>
          <p:nvPr/>
        </p:nvSpPr>
        <p:spPr>
          <a:xfrm>
            <a:off x="822960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→ After</a:t>
            </a:r>
            <a:endParaRPr lang="en-US" sz="1800" dirty="0"/>
          </a:p>
        </p:txBody>
      </p:sp>
      <p:sp>
        <p:nvSpPr>
          <p:cNvPr id="331" name="Text 329"/>
          <p:cNvSpPr/>
          <p:nvPr/>
        </p:nvSpPr>
        <p:spPr>
          <a:xfrm>
            <a:off x="868680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interviews → Guided, intent-driven orchestration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maturity snapshot → </a:t>
            </a:r>
            <a:r>
              <a:rPr lang="en-US" sz="1250" b="1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deltas </a:t>
            </a: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time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Variable delivery → Repeatable, auditable outcomes</a:t>
            </a:r>
            <a:endParaRPr lang="en-US" sz="1250" dirty="0"/>
          </a:p>
        </p:txBody>
      </p:sp>
      <p:sp>
        <p:nvSpPr>
          <p:cNvPr id="332" name="Shape 330"/>
          <p:cNvSpPr/>
          <p:nvPr/>
        </p:nvSpPr>
        <p:spPr>
          <a:xfrm>
            <a:off x="6292444" y="3922776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D5D3DA"/>
          </a:solidFill>
          <a:ln w="12700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6255868" y="3886200"/>
            <a:ext cx="5341468" cy="208483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3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6393028" y="3886200"/>
            <a:ext cx="103172" cy="59436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6494371" y="3886200"/>
            <a:ext cx="103172" cy="59436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6595714" y="3886200"/>
            <a:ext cx="103172" cy="59436"/>
          </a:xfrm>
          <a:prstGeom prst="rect">
            <a:avLst/>
          </a:prstGeom>
          <a:solidFill>
            <a:srgbClr val="4165D5"/>
          </a:solidFill>
          <a:ln w="12700">
            <a:solidFill>
              <a:srgbClr val="41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6697056" y="3886200"/>
            <a:ext cx="103172" cy="59436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6798399" y="3886200"/>
            <a:ext cx="103172" cy="59436"/>
          </a:xfrm>
          <a:prstGeom prst="rect">
            <a:avLst/>
          </a:prstGeom>
          <a:solidFill>
            <a:srgbClr val="3E65D5"/>
          </a:solidFill>
          <a:ln w="12700">
            <a:solidFill>
              <a:srgbClr val="3E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6899742" y="3886200"/>
            <a:ext cx="103172" cy="59436"/>
          </a:xfrm>
          <a:prstGeom prst="rect">
            <a:avLst/>
          </a:prstGeom>
          <a:solidFill>
            <a:srgbClr val="3D66D5"/>
          </a:solidFill>
          <a:ln w="12700">
            <a:solidFill>
              <a:srgbClr val="3D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7001085" y="3886200"/>
            <a:ext cx="103172" cy="59436"/>
          </a:xfrm>
          <a:prstGeom prst="rect">
            <a:avLst/>
          </a:prstGeom>
          <a:solidFill>
            <a:srgbClr val="3B66D5"/>
          </a:solidFill>
          <a:ln w="12700">
            <a:solidFill>
              <a:srgbClr val="3B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7102428" y="3886200"/>
            <a:ext cx="103172" cy="59436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7203771" y="3886200"/>
            <a:ext cx="103172" cy="59436"/>
          </a:xfrm>
          <a:prstGeom prst="rect">
            <a:avLst/>
          </a:prstGeom>
          <a:solidFill>
            <a:srgbClr val="3967D5"/>
          </a:solidFill>
          <a:ln w="12700">
            <a:solidFill>
              <a:srgbClr val="39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7305114" y="3886200"/>
            <a:ext cx="103172" cy="59436"/>
          </a:xfrm>
          <a:prstGeom prst="rect">
            <a:avLst/>
          </a:prstGeom>
          <a:solidFill>
            <a:srgbClr val="3767D5"/>
          </a:solidFill>
          <a:ln w="12700">
            <a:solidFill>
              <a:srgbClr val="37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Shape 342"/>
          <p:cNvSpPr/>
          <p:nvPr/>
        </p:nvSpPr>
        <p:spPr>
          <a:xfrm>
            <a:off x="7406457" y="3886200"/>
            <a:ext cx="103172" cy="59436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5" name="Shape 343"/>
          <p:cNvSpPr/>
          <p:nvPr/>
        </p:nvSpPr>
        <p:spPr>
          <a:xfrm>
            <a:off x="7507800" y="3886200"/>
            <a:ext cx="103172" cy="59436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7609143" y="3886200"/>
            <a:ext cx="103172" cy="59436"/>
          </a:xfrm>
          <a:prstGeom prst="rect">
            <a:avLst/>
          </a:prstGeom>
          <a:solidFill>
            <a:srgbClr val="3369D5"/>
          </a:solidFill>
          <a:ln w="12700">
            <a:solidFill>
              <a:srgbClr val="33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7710486" y="3886200"/>
            <a:ext cx="103172" cy="59436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7811829" y="3886200"/>
            <a:ext cx="103172" cy="59436"/>
          </a:xfrm>
          <a:prstGeom prst="rect">
            <a:avLst/>
          </a:prstGeom>
          <a:solidFill>
            <a:srgbClr val="3069D5"/>
          </a:solidFill>
          <a:ln w="12700">
            <a:solidFill>
              <a:srgbClr val="30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7913172" y="3886200"/>
            <a:ext cx="103172" cy="59436"/>
          </a:xfrm>
          <a:prstGeom prst="rect">
            <a:avLst/>
          </a:prstGeom>
          <a:solidFill>
            <a:srgbClr val="2F6AD5"/>
          </a:solidFill>
          <a:ln w="12700">
            <a:solidFill>
              <a:srgbClr val="2F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8014515" y="3886200"/>
            <a:ext cx="103172" cy="59436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8115858" y="3886200"/>
            <a:ext cx="103172" cy="59436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217201" y="3886200"/>
            <a:ext cx="103172" cy="59436"/>
          </a:xfrm>
          <a:prstGeom prst="rect">
            <a:avLst/>
          </a:prstGeom>
          <a:solidFill>
            <a:srgbClr val="2B6BD5"/>
          </a:solidFill>
          <a:ln w="12700">
            <a:solidFill>
              <a:srgbClr val="2B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8318544" y="3886200"/>
            <a:ext cx="103172" cy="59436"/>
          </a:xfrm>
          <a:prstGeom prst="rect">
            <a:avLst/>
          </a:prstGeom>
          <a:solidFill>
            <a:srgbClr val="296BD5"/>
          </a:solidFill>
          <a:ln w="12700">
            <a:solidFill>
              <a:srgbClr val="29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8419887" y="3886200"/>
            <a:ext cx="103172" cy="59436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8521230" y="3886200"/>
            <a:ext cx="103172" cy="59436"/>
          </a:xfrm>
          <a:prstGeom prst="rect">
            <a:avLst/>
          </a:prstGeom>
          <a:solidFill>
            <a:srgbClr val="276CD5"/>
          </a:solidFill>
          <a:ln w="12700">
            <a:solidFill>
              <a:srgbClr val="27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8622573" y="3886200"/>
            <a:ext cx="103172" cy="59436"/>
          </a:xfrm>
          <a:prstGeom prst="rect">
            <a:avLst/>
          </a:prstGeom>
          <a:solidFill>
            <a:srgbClr val="256DD5"/>
          </a:solidFill>
          <a:ln w="12700">
            <a:solidFill>
              <a:srgbClr val="25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8723915" y="3886200"/>
            <a:ext cx="103172" cy="59436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8825258" y="3886200"/>
            <a:ext cx="103172" cy="59436"/>
          </a:xfrm>
          <a:prstGeom prst="rect">
            <a:avLst/>
          </a:prstGeom>
          <a:solidFill>
            <a:srgbClr val="226DD5"/>
          </a:solidFill>
          <a:ln w="12700">
            <a:solidFill>
              <a:srgbClr val="22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8926601" y="3886200"/>
            <a:ext cx="103172" cy="59436"/>
          </a:xfrm>
          <a:prstGeom prst="rect">
            <a:avLst/>
          </a:prstGeom>
          <a:solidFill>
            <a:srgbClr val="216ED4"/>
          </a:solidFill>
          <a:ln w="12700">
            <a:solidFill>
              <a:srgbClr val="21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9027944" y="3886200"/>
            <a:ext cx="103172" cy="59436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9129287" y="3886200"/>
            <a:ext cx="103172" cy="59436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9230630" y="3886200"/>
            <a:ext cx="103172" cy="59436"/>
          </a:xfrm>
          <a:prstGeom prst="rect">
            <a:avLst/>
          </a:prstGeom>
          <a:solidFill>
            <a:srgbClr val="1D6FD4"/>
          </a:solidFill>
          <a:ln w="12700">
            <a:solidFill>
              <a:srgbClr val="1D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9331973" y="3886200"/>
            <a:ext cx="103172" cy="59436"/>
          </a:xfrm>
          <a:prstGeom prst="rect">
            <a:avLst/>
          </a:prstGeom>
          <a:solidFill>
            <a:srgbClr val="1B6FD4"/>
          </a:solidFill>
          <a:ln w="12700">
            <a:solidFill>
              <a:srgbClr val="1B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9433316" y="3886200"/>
            <a:ext cx="103172" cy="59436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9534659" y="3886200"/>
            <a:ext cx="103172" cy="59436"/>
          </a:xfrm>
          <a:prstGeom prst="rect">
            <a:avLst/>
          </a:prstGeom>
          <a:solidFill>
            <a:srgbClr val="1970D4"/>
          </a:solidFill>
          <a:ln w="12700">
            <a:solidFill>
              <a:srgbClr val="19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9636002" y="3886200"/>
            <a:ext cx="103172" cy="59436"/>
          </a:xfrm>
          <a:prstGeom prst="rect">
            <a:avLst/>
          </a:prstGeom>
          <a:solidFill>
            <a:srgbClr val="1771D4"/>
          </a:solidFill>
          <a:ln w="12700">
            <a:solidFill>
              <a:srgbClr val="17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9737345" y="3886200"/>
            <a:ext cx="103172" cy="59436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9838688" y="3886200"/>
            <a:ext cx="103172" cy="59436"/>
          </a:xfrm>
          <a:prstGeom prst="rect">
            <a:avLst/>
          </a:prstGeom>
          <a:solidFill>
            <a:srgbClr val="1471D4"/>
          </a:solidFill>
          <a:ln w="12700">
            <a:solidFill>
              <a:srgbClr val="14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9940031" y="3886200"/>
            <a:ext cx="103172" cy="59436"/>
          </a:xfrm>
          <a:prstGeom prst="rect">
            <a:avLst/>
          </a:prstGeom>
          <a:solidFill>
            <a:srgbClr val="1372D4"/>
          </a:solidFill>
          <a:ln w="12700">
            <a:solidFill>
              <a:srgbClr val="13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0041374" y="3886200"/>
            <a:ext cx="103172" cy="59436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0142717" y="3886200"/>
            <a:ext cx="103172" cy="59436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10244060" y="3886200"/>
            <a:ext cx="103172" cy="59436"/>
          </a:xfrm>
          <a:prstGeom prst="rect">
            <a:avLst/>
          </a:prstGeom>
          <a:solidFill>
            <a:srgbClr val="0F73D4"/>
          </a:solidFill>
          <a:ln w="12700">
            <a:solidFill>
              <a:srgbClr val="0F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10345403" y="3886200"/>
            <a:ext cx="103172" cy="59436"/>
          </a:xfrm>
          <a:prstGeom prst="rect">
            <a:avLst/>
          </a:prstGeom>
          <a:solidFill>
            <a:srgbClr val="0D73D4"/>
          </a:solidFill>
          <a:ln w="12700">
            <a:solidFill>
              <a:srgbClr val="0D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10446746" y="3886200"/>
            <a:ext cx="103172" cy="59436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10548089" y="3886200"/>
            <a:ext cx="103172" cy="59436"/>
          </a:xfrm>
          <a:prstGeom prst="rect">
            <a:avLst/>
          </a:prstGeom>
          <a:solidFill>
            <a:srgbClr val="0B74D4"/>
          </a:solidFill>
          <a:ln w="12700">
            <a:solidFill>
              <a:srgbClr val="0B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10649432" y="3886200"/>
            <a:ext cx="103172" cy="59436"/>
          </a:xfrm>
          <a:prstGeom prst="rect">
            <a:avLst/>
          </a:prstGeom>
          <a:solidFill>
            <a:srgbClr val="0975D4"/>
          </a:solidFill>
          <a:ln w="12700">
            <a:solidFill>
              <a:srgbClr val="09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10750775" y="3886200"/>
            <a:ext cx="103172" cy="59436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10852117" y="3886200"/>
            <a:ext cx="103172" cy="59436"/>
          </a:xfrm>
          <a:prstGeom prst="rect">
            <a:avLst/>
          </a:prstGeom>
          <a:solidFill>
            <a:srgbClr val="0675D4"/>
          </a:solidFill>
          <a:ln w="12700">
            <a:solidFill>
              <a:srgbClr val="06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10953460" y="3886200"/>
            <a:ext cx="103172" cy="59436"/>
          </a:xfrm>
          <a:prstGeom prst="rect">
            <a:avLst/>
          </a:prstGeom>
          <a:solidFill>
            <a:srgbClr val="0576D4"/>
          </a:solidFill>
          <a:ln w="12700">
            <a:solidFill>
              <a:srgbClr val="05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11054803" y="3886200"/>
            <a:ext cx="103172" cy="59436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11156146" y="3886200"/>
            <a:ext cx="103172" cy="59436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11257489" y="3886200"/>
            <a:ext cx="103172" cy="59436"/>
          </a:xfrm>
          <a:prstGeom prst="rect">
            <a:avLst/>
          </a:prstGeom>
          <a:solidFill>
            <a:srgbClr val="0177D4"/>
          </a:solidFill>
          <a:ln w="12700">
            <a:solidFill>
              <a:srgbClr val="01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11358832" y="3886200"/>
            <a:ext cx="103172" cy="5943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6457036" y="411480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Text 383"/>
          <p:cNvSpPr/>
          <p:nvPr/>
        </p:nvSpPr>
        <p:spPr>
          <a:xfrm>
            <a:off x="6457036" y="411480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SCALE</a:t>
            </a:r>
            <a:endParaRPr lang="en-US" sz="1100" dirty="0"/>
          </a:p>
        </p:txBody>
      </p:sp>
      <p:sp>
        <p:nvSpPr>
          <p:cNvPr id="386" name="Text 384"/>
          <p:cNvSpPr/>
          <p:nvPr/>
        </p:nvSpPr>
        <p:spPr>
          <a:xfrm>
            <a:off x="6484468" y="4526280"/>
            <a:ext cx="4884268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B2B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the field uses it</a:t>
            </a:r>
            <a:endParaRPr lang="en-US" sz="1800" dirty="0"/>
          </a:p>
        </p:txBody>
      </p:sp>
      <p:sp>
        <p:nvSpPr>
          <p:cNvPr id="387" name="Text 385"/>
          <p:cNvSpPr/>
          <p:nvPr/>
        </p:nvSpPr>
        <p:spPr>
          <a:xfrm>
            <a:off x="6530188" y="4892040"/>
            <a:ext cx="47928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workshop: intent → run → summary → HTML/Excel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Follow‑up: re‑run to show improvement over time</a:t>
            </a:r>
            <a:endParaRPr lang="en-US" sz="1250" dirty="0"/>
          </a:p>
          <a:p>
            <a:pPr marL="285750" indent="-285750">
              <a:lnSpc>
                <a:spcPct val="115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rgbClr val="2B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posture (CI/CD): scheduled runs with delta + artifact tracking</a:t>
            </a:r>
            <a:endParaRPr lang="en-US" sz="1250" dirty="0"/>
          </a:p>
        </p:txBody>
      </p:sp>
      <p:sp>
        <p:nvSpPr>
          <p:cNvPr id="388" name="Shape 386"/>
          <p:cNvSpPr/>
          <p:nvPr/>
        </p:nvSpPr>
        <p:spPr>
          <a:xfrm>
            <a:off x="621792" y="6163056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104581"/>
          </a:solidFill>
          <a:ln w="12700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9" name="Shape 387"/>
          <p:cNvSpPr/>
          <p:nvPr/>
        </p:nvSpPr>
        <p:spPr>
          <a:xfrm>
            <a:off x="594360" y="6135624"/>
            <a:ext cx="1100297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45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0" name="Shape 388"/>
          <p:cNvSpPr/>
          <p:nvPr/>
        </p:nvSpPr>
        <p:spPr>
          <a:xfrm>
            <a:off x="731520" y="6135624"/>
            <a:ext cx="155095" cy="45720"/>
          </a:xfrm>
          <a:prstGeom prst="rect">
            <a:avLst/>
          </a:prstGeom>
          <a:solidFill>
            <a:srgbClr val="8A50D8"/>
          </a:solidFill>
          <a:ln w="12700">
            <a:solidFill>
              <a:srgbClr val="8A5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1" name="Shape 389"/>
          <p:cNvSpPr/>
          <p:nvPr/>
        </p:nvSpPr>
        <p:spPr>
          <a:xfrm>
            <a:off x="884787" y="6135624"/>
            <a:ext cx="155095" cy="45720"/>
          </a:xfrm>
          <a:prstGeom prst="rect">
            <a:avLst/>
          </a:prstGeom>
          <a:solidFill>
            <a:srgbClr val="8850D7"/>
          </a:solidFill>
          <a:ln w="12700">
            <a:solidFill>
              <a:srgbClr val="885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2" name="Shape 390"/>
          <p:cNvSpPr/>
          <p:nvPr/>
        </p:nvSpPr>
        <p:spPr>
          <a:xfrm>
            <a:off x="1038053" y="6135624"/>
            <a:ext cx="155095" cy="45720"/>
          </a:xfrm>
          <a:prstGeom prst="rect">
            <a:avLst/>
          </a:prstGeom>
          <a:solidFill>
            <a:srgbClr val="8651D7"/>
          </a:solidFill>
          <a:ln w="12700">
            <a:solidFill>
              <a:srgbClr val="86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3" name="Shape 391"/>
          <p:cNvSpPr/>
          <p:nvPr/>
        </p:nvSpPr>
        <p:spPr>
          <a:xfrm>
            <a:off x="1191320" y="6135624"/>
            <a:ext cx="155095" cy="45720"/>
          </a:xfrm>
          <a:prstGeom prst="rect">
            <a:avLst/>
          </a:prstGeom>
          <a:solidFill>
            <a:srgbClr val="8451D7"/>
          </a:solidFill>
          <a:ln w="12700">
            <a:solidFill>
              <a:srgbClr val="845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4" name="Shape 392"/>
          <p:cNvSpPr/>
          <p:nvPr/>
        </p:nvSpPr>
        <p:spPr>
          <a:xfrm>
            <a:off x="1344586" y="6135624"/>
            <a:ext cx="155095" cy="45720"/>
          </a:xfrm>
          <a:prstGeom prst="rect">
            <a:avLst/>
          </a:prstGeom>
          <a:solidFill>
            <a:srgbClr val="8252D7"/>
          </a:solidFill>
          <a:ln w="12700">
            <a:solidFill>
              <a:srgbClr val="82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1497853" y="6135624"/>
            <a:ext cx="155095" cy="45720"/>
          </a:xfrm>
          <a:prstGeom prst="rect">
            <a:avLst/>
          </a:prstGeom>
          <a:solidFill>
            <a:srgbClr val="8052D7"/>
          </a:solidFill>
          <a:ln w="12700">
            <a:solidFill>
              <a:srgbClr val="8052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1651119" y="6135624"/>
            <a:ext cx="155095" cy="45720"/>
          </a:xfrm>
          <a:prstGeom prst="rect">
            <a:avLst/>
          </a:prstGeom>
          <a:solidFill>
            <a:srgbClr val="7E53D7"/>
          </a:solidFill>
          <a:ln w="12700">
            <a:solidFill>
              <a:srgbClr val="7E53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1804386" y="6135624"/>
            <a:ext cx="155095" cy="45720"/>
          </a:xfrm>
          <a:prstGeom prst="rect">
            <a:avLst/>
          </a:prstGeom>
          <a:solidFill>
            <a:srgbClr val="7C54D7"/>
          </a:solidFill>
          <a:ln w="12700">
            <a:solidFill>
              <a:srgbClr val="7C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1957652" y="6135624"/>
            <a:ext cx="155095" cy="45720"/>
          </a:xfrm>
          <a:prstGeom prst="rect">
            <a:avLst/>
          </a:prstGeom>
          <a:solidFill>
            <a:srgbClr val="7A54D7"/>
          </a:solidFill>
          <a:ln w="12700">
            <a:solidFill>
              <a:srgbClr val="7A54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2110919" y="6135624"/>
            <a:ext cx="155095" cy="45720"/>
          </a:xfrm>
          <a:prstGeom prst="rect">
            <a:avLst/>
          </a:prstGeom>
          <a:solidFill>
            <a:srgbClr val="7855D7"/>
          </a:solidFill>
          <a:ln w="12700">
            <a:solidFill>
              <a:srgbClr val="78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2264185" y="6135624"/>
            <a:ext cx="155095" cy="45720"/>
          </a:xfrm>
          <a:prstGeom prst="rect">
            <a:avLst/>
          </a:prstGeom>
          <a:solidFill>
            <a:srgbClr val="7655D7"/>
          </a:solidFill>
          <a:ln w="12700">
            <a:solidFill>
              <a:srgbClr val="7655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2417452" y="6135624"/>
            <a:ext cx="155095" cy="45720"/>
          </a:xfrm>
          <a:prstGeom prst="rect">
            <a:avLst/>
          </a:prstGeom>
          <a:solidFill>
            <a:srgbClr val="7456D7"/>
          </a:solidFill>
          <a:ln w="12700">
            <a:solidFill>
              <a:srgbClr val="74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2570718" y="6135624"/>
            <a:ext cx="155095" cy="45720"/>
          </a:xfrm>
          <a:prstGeom prst="rect">
            <a:avLst/>
          </a:prstGeom>
          <a:solidFill>
            <a:srgbClr val="7256D7"/>
          </a:solidFill>
          <a:ln w="12700">
            <a:solidFill>
              <a:srgbClr val="7256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2723985" y="6135624"/>
            <a:ext cx="155095" cy="45720"/>
          </a:xfrm>
          <a:prstGeom prst="rect">
            <a:avLst/>
          </a:prstGeom>
          <a:solidFill>
            <a:srgbClr val="7057D7"/>
          </a:solidFill>
          <a:ln w="12700">
            <a:solidFill>
              <a:srgbClr val="7057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2877251" y="6135624"/>
            <a:ext cx="155095" cy="45720"/>
          </a:xfrm>
          <a:prstGeom prst="rect">
            <a:avLst/>
          </a:prstGeom>
          <a:solidFill>
            <a:srgbClr val="6E58D7"/>
          </a:solidFill>
          <a:ln w="12700">
            <a:solidFill>
              <a:srgbClr val="6E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3030518" y="6135624"/>
            <a:ext cx="155095" cy="45720"/>
          </a:xfrm>
          <a:prstGeom prst="rect">
            <a:avLst/>
          </a:prstGeom>
          <a:solidFill>
            <a:srgbClr val="6C58D7"/>
          </a:solidFill>
          <a:ln w="12700">
            <a:solidFill>
              <a:srgbClr val="6C58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3183784" y="6135624"/>
            <a:ext cx="155095" cy="45720"/>
          </a:xfrm>
          <a:prstGeom prst="rect">
            <a:avLst/>
          </a:prstGeom>
          <a:solidFill>
            <a:srgbClr val="6A59D7"/>
          </a:solidFill>
          <a:ln w="12700">
            <a:solidFill>
              <a:srgbClr val="6A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3337051" y="6135624"/>
            <a:ext cx="155095" cy="45720"/>
          </a:xfrm>
          <a:prstGeom prst="rect">
            <a:avLst/>
          </a:prstGeom>
          <a:solidFill>
            <a:srgbClr val="6859D7"/>
          </a:solidFill>
          <a:ln w="12700">
            <a:solidFill>
              <a:srgbClr val="6859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3490317" y="6135624"/>
            <a:ext cx="155095" cy="45720"/>
          </a:xfrm>
          <a:prstGeom prst="rect">
            <a:avLst/>
          </a:prstGeom>
          <a:solidFill>
            <a:srgbClr val="665AD6"/>
          </a:solidFill>
          <a:ln w="12700">
            <a:solidFill>
              <a:srgbClr val="665A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3643584" y="6135624"/>
            <a:ext cx="155095" cy="45720"/>
          </a:xfrm>
          <a:prstGeom prst="rect">
            <a:avLst/>
          </a:prstGeom>
          <a:solidFill>
            <a:srgbClr val="645BD6"/>
          </a:solidFill>
          <a:ln w="12700">
            <a:solidFill>
              <a:srgbClr val="64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3796850" y="6135624"/>
            <a:ext cx="155095" cy="45720"/>
          </a:xfrm>
          <a:prstGeom prst="rect">
            <a:avLst/>
          </a:prstGeom>
          <a:solidFill>
            <a:srgbClr val="625BD6"/>
          </a:solidFill>
          <a:ln w="12700">
            <a:solidFill>
              <a:srgbClr val="625B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3950117" y="6135624"/>
            <a:ext cx="155095" cy="45720"/>
          </a:xfrm>
          <a:prstGeom prst="rect">
            <a:avLst/>
          </a:prstGeom>
          <a:solidFill>
            <a:srgbClr val="605CD6"/>
          </a:solidFill>
          <a:ln w="12700">
            <a:solidFill>
              <a:srgbClr val="60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4103383" y="6135624"/>
            <a:ext cx="155095" cy="45720"/>
          </a:xfrm>
          <a:prstGeom prst="rect">
            <a:avLst/>
          </a:prstGeom>
          <a:solidFill>
            <a:srgbClr val="5E5CD6"/>
          </a:solidFill>
          <a:ln w="12700">
            <a:solidFill>
              <a:srgbClr val="5E5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4256650" y="6135624"/>
            <a:ext cx="155095" cy="45720"/>
          </a:xfrm>
          <a:prstGeom prst="rect">
            <a:avLst/>
          </a:prstGeom>
          <a:solidFill>
            <a:srgbClr val="5C5DD6"/>
          </a:solidFill>
          <a:ln w="12700">
            <a:solidFill>
              <a:srgbClr val="5C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4409916" y="6135624"/>
            <a:ext cx="155095" cy="45720"/>
          </a:xfrm>
          <a:prstGeom prst="rect">
            <a:avLst/>
          </a:prstGeom>
          <a:solidFill>
            <a:srgbClr val="5A5DD6"/>
          </a:solidFill>
          <a:ln w="12700">
            <a:solidFill>
              <a:srgbClr val="5A5D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4563183" y="6135624"/>
            <a:ext cx="155095" cy="45720"/>
          </a:xfrm>
          <a:prstGeom prst="rect">
            <a:avLst/>
          </a:prstGeom>
          <a:solidFill>
            <a:srgbClr val="585ED6"/>
          </a:solidFill>
          <a:ln w="12700">
            <a:solidFill>
              <a:srgbClr val="585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4716449" y="6135624"/>
            <a:ext cx="155095" cy="45720"/>
          </a:xfrm>
          <a:prstGeom prst="rect">
            <a:avLst/>
          </a:prstGeom>
          <a:solidFill>
            <a:srgbClr val="565FD6"/>
          </a:solidFill>
          <a:ln w="12700">
            <a:solidFill>
              <a:srgbClr val="56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4869716" y="6135624"/>
            <a:ext cx="155095" cy="45720"/>
          </a:xfrm>
          <a:prstGeom prst="rect">
            <a:avLst/>
          </a:prstGeom>
          <a:solidFill>
            <a:srgbClr val="545FD6"/>
          </a:solidFill>
          <a:ln w="12700">
            <a:solidFill>
              <a:srgbClr val="545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5022982" y="6135624"/>
            <a:ext cx="155095" cy="45720"/>
          </a:xfrm>
          <a:prstGeom prst="rect">
            <a:avLst/>
          </a:prstGeom>
          <a:solidFill>
            <a:srgbClr val="5260D6"/>
          </a:solidFill>
          <a:ln w="12700">
            <a:solidFill>
              <a:srgbClr val="52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5176249" y="6135624"/>
            <a:ext cx="155095" cy="45720"/>
          </a:xfrm>
          <a:prstGeom prst="rect">
            <a:avLst/>
          </a:prstGeom>
          <a:solidFill>
            <a:srgbClr val="5060D6"/>
          </a:solidFill>
          <a:ln w="12700">
            <a:solidFill>
              <a:srgbClr val="5060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5329515" y="6135624"/>
            <a:ext cx="155095" cy="45720"/>
          </a:xfrm>
          <a:prstGeom prst="rect">
            <a:avLst/>
          </a:prstGeom>
          <a:solidFill>
            <a:srgbClr val="4E61D6"/>
          </a:solidFill>
          <a:ln w="12700">
            <a:solidFill>
              <a:srgbClr val="4E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5482782" y="6135624"/>
            <a:ext cx="155095" cy="45720"/>
          </a:xfrm>
          <a:prstGeom prst="rect">
            <a:avLst/>
          </a:prstGeom>
          <a:solidFill>
            <a:srgbClr val="4C61D6"/>
          </a:solidFill>
          <a:ln w="12700">
            <a:solidFill>
              <a:srgbClr val="4C6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5636048" y="6135624"/>
            <a:ext cx="155095" cy="45720"/>
          </a:xfrm>
          <a:prstGeom prst="rect">
            <a:avLst/>
          </a:prstGeom>
          <a:solidFill>
            <a:srgbClr val="4A62D6"/>
          </a:solidFill>
          <a:ln w="12700">
            <a:solidFill>
              <a:srgbClr val="4A62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5789315" y="6135624"/>
            <a:ext cx="155095" cy="45720"/>
          </a:xfrm>
          <a:prstGeom prst="rect">
            <a:avLst/>
          </a:prstGeom>
          <a:solidFill>
            <a:srgbClr val="4863D6"/>
          </a:solidFill>
          <a:ln w="12700">
            <a:solidFill>
              <a:srgbClr val="48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5942581" y="6135624"/>
            <a:ext cx="155095" cy="45720"/>
          </a:xfrm>
          <a:prstGeom prst="rect">
            <a:avLst/>
          </a:prstGeom>
          <a:solidFill>
            <a:srgbClr val="4663D6"/>
          </a:solidFill>
          <a:ln w="12700">
            <a:solidFill>
              <a:srgbClr val="4663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6095848" y="6135624"/>
            <a:ext cx="155095" cy="45720"/>
          </a:xfrm>
          <a:prstGeom prst="rect">
            <a:avLst/>
          </a:prstGeom>
          <a:solidFill>
            <a:srgbClr val="4464D5"/>
          </a:solidFill>
          <a:ln w="12700">
            <a:solidFill>
              <a:srgbClr val="44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6249114" y="6135624"/>
            <a:ext cx="155095" cy="45720"/>
          </a:xfrm>
          <a:prstGeom prst="rect">
            <a:avLst/>
          </a:prstGeom>
          <a:solidFill>
            <a:srgbClr val="4264D5"/>
          </a:solidFill>
          <a:ln w="12700">
            <a:solidFill>
              <a:srgbClr val="4264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6402381" y="6135624"/>
            <a:ext cx="155095" cy="45720"/>
          </a:xfrm>
          <a:prstGeom prst="rect">
            <a:avLst/>
          </a:prstGeom>
          <a:solidFill>
            <a:srgbClr val="4065D5"/>
          </a:solidFill>
          <a:ln w="12700">
            <a:solidFill>
              <a:srgbClr val="406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6555647" y="6135624"/>
            <a:ext cx="155095" cy="45720"/>
          </a:xfrm>
          <a:prstGeom prst="rect">
            <a:avLst/>
          </a:prstGeom>
          <a:solidFill>
            <a:srgbClr val="3E66D5"/>
          </a:solidFill>
          <a:ln w="12700">
            <a:solidFill>
              <a:srgbClr val="3E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6708914" y="6135624"/>
            <a:ext cx="155095" cy="45720"/>
          </a:xfrm>
          <a:prstGeom prst="rect">
            <a:avLst/>
          </a:prstGeom>
          <a:solidFill>
            <a:srgbClr val="3C66D5"/>
          </a:solidFill>
          <a:ln w="12700">
            <a:solidFill>
              <a:srgbClr val="3C66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6862180" y="6135624"/>
            <a:ext cx="155095" cy="45720"/>
          </a:xfrm>
          <a:prstGeom prst="rect">
            <a:avLst/>
          </a:prstGeom>
          <a:solidFill>
            <a:srgbClr val="3A67D5"/>
          </a:solidFill>
          <a:ln w="12700">
            <a:solidFill>
              <a:srgbClr val="3A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7015447" y="6135624"/>
            <a:ext cx="155095" cy="45720"/>
          </a:xfrm>
          <a:prstGeom prst="rect">
            <a:avLst/>
          </a:prstGeom>
          <a:solidFill>
            <a:srgbClr val="3867D5"/>
          </a:solidFill>
          <a:ln w="12700">
            <a:solidFill>
              <a:srgbClr val="3867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7168713" y="6135624"/>
            <a:ext cx="155095" cy="45720"/>
          </a:xfrm>
          <a:prstGeom prst="rect">
            <a:avLst/>
          </a:prstGeom>
          <a:solidFill>
            <a:srgbClr val="3668D5"/>
          </a:solidFill>
          <a:ln w="12700">
            <a:solidFill>
              <a:srgbClr val="36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7321980" y="6135624"/>
            <a:ext cx="155095" cy="45720"/>
          </a:xfrm>
          <a:prstGeom prst="rect">
            <a:avLst/>
          </a:prstGeom>
          <a:solidFill>
            <a:srgbClr val="3468D5"/>
          </a:solidFill>
          <a:ln w="12700">
            <a:solidFill>
              <a:srgbClr val="3468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7475246" y="6135624"/>
            <a:ext cx="155095" cy="45720"/>
          </a:xfrm>
          <a:prstGeom prst="rect">
            <a:avLst/>
          </a:prstGeom>
          <a:solidFill>
            <a:srgbClr val="3269D5"/>
          </a:solidFill>
          <a:ln w="12700">
            <a:solidFill>
              <a:srgbClr val="3269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7628513" y="6135624"/>
            <a:ext cx="155095" cy="45720"/>
          </a:xfrm>
          <a:prstGeom prst="rect">
            <a:avLst/>
          </a:prstGeom>
          <a:solidFill>
            <a:srgbClr val="306AD5"/>
          </a:solidFill>
          <a:ln w="12700">
            <a:solidFill>
              <a:srgbClr val="30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4"/>
          <p:cNvSpPr/>
          <p:nvPr/>
        </p:nvSpPr>
        <p:spPr>
          <a:xfrm>
            <a:off x="7781779" y="6135624"/>
            <a:ext cx="155095" cy="45720"/>
          </a:xfrm>
          <a:prstGeom prst="rect">
            <a:avLst/>
          </a:prstGeom>
          <a:solidFill>
            <a:srgbClr val="2E6AD5"/>
          </a:solidFill>
          <a:ln w="12700">
            <a:solidFill>
              <a:srgbClr val="2E6A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5"/>
          <p:cNvSpPr/>
          <p:nvPr/>
        </p:nvSpPr>
        <p:spPr>
          <a:xfrm>
            <a:off x="7935046" y="6135624"/>
            <a:ext cx="155095" cy="45720"/>
          </a:xfrm>
          <a:prstGeom prst="rect">
            <a:avLst/>
          </a:prstGeom>
          <a:solidFill>
            <a:srgbClr val="2C6BD5"/>
          </a:solidFill>
          <a:ln w="12700">
            <a:solidFill>
              <a:srgbClr val="2C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6"/>
          <p:cNvSpPr/>
          <p:nvPr/>
        </p:nvSpPr>
        <p:spPr>
          <a:xfrm>
            <a:off x="8088312" y="6135624"/>
            <a:ext cx="155095" cy="45720"/>
          </a:xfrm>
          <a:prstGeom prst="rect">
            <a:avLst/>
          </a:prstGeom>
          <a:solidFill>
            <a:srgbClr val="2A6BD5"/>
          </a:solidFill>
          <a:ln w="12700">
            <a:solidFill>
              <a:srgbClr val="2A6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Shape 437"/>
          <p:cNvSpPr/>
          <p:nvPr/>
        </p:nvSpPr>
        <p:spPr>
          <a:xfrm>
            <a:off x="8241579" y="6135624"/>
            <a:ext cx="155095" cy="45720"/>
          </a:xfrm>
          <a:prstGeom prst="rect">
            <a:avLst/>
          </a:prstGeom>
          <a:solidFill>
            <a:srgbClr val="286CD5"/>
          </a:solidFill>
          <a:ln w="12700">
            <a:solidFill>
              <a:srgbClr val="28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0" name="Shape 438"/>
          <p:cNvSpPr/>
          <p:nvPr/>
        </p:nvSpPr>
        <p:spPr>
          <a:xfrm>
            <a:off x="8394845" y="6135624"/>
            <a:ext cx="155095" cy="45720"/>
          </a:xfrm>
          <a:prstGeom prst="rect">
            <a:avLst/>
          </a:prstGeom>
          <a:solidFill>
            <a:srgbClr val="266CD5"/>
          </a:solidFill>
          <a:ln w="12700">
            <a:solidFill>
              <a:srgbClr val="266C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1" name="Shape 439"/>
          <p:cNvSpPr/>
          <p:nvPr/>
        </p:nvSpPr>
        <p:spPr>
          <a:xfrm>
            <a:off x="8548112" y="6135624"/>
            <a:ext cx="155095" cy="45720"/>
          </a:xfrm>
          <a:prstGeom prst="rect">
            <a:avLst/>
          </a:prstGeom>
          <a:solidFill>
            <a:srgbClr val="246DD5"/>
          </a:solidFill>
          <a:ln w="12700">
            <a:solidFill>
              <a:srgbClr val="246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701378" y="6135624"/>
            <a:ext cx="155095" cy="45720"/>
          </a:xfrm>
          <a:prstGeom prst="rect">
            <a:avLst/>
          </a:prstGeom>
          <a:solidFill>
            <a:srgbClr val="226ED4"/>
          </a:solidFill>
          <a:ln w="12700">
            <a:solidFill>
              <a:srgbClr val="22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854645" y="6135624"/>
            <a:ext cx="155095" cy="45720"/>
          </a:xfrm>
          <a:prstGeom prst="rect">
            <a:avLst/>
          </a:prstGeom>
          <a:solidFill>
            <a:srgbClr val="206ED4"/>
          </a:solidFill>
          <a:ln w="12700">
            <a:solidFill>
              <a:srgbClr val="206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9007911" y="6135624"/>
            <a:ext cx="155095" cy="45720"/>
          </a:xfrm>
          <a:prstGeom prst="rect">
            <a:avLst/>
          </a:prstGeom>
          <a:solidFill>
            <a:srgbClr val="1E6FD4"/>
          </a:solidFill>
          <a:ln w="12700">
            <a:solidFill>
              <a:srgbClr val="1E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9161178" y="6135624"/>
            <a:ext cx="155095" cy="45720"/>
          </a:xfrm>
          <a:prstGeom prst="rect">
            <a:avLst/>
          </a:prstGeom>
          <a:solidFill>
            <a:srgbClr val="1C6FD4"/>
          </a:solidFill>
          <a:ln w="12700">
            <a:solidFill>
              <a:srgbClr val="1C6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9314444" y="6135624"/>
            <a:ext cx="155095" cy="45720"/>
          </a:xfrm>
          <a:prstGeom prst="rect">
            <a:avLst/>
          </a:prstGeom>
          <a:solidFill>
            <a:srgbClr val="1A70D4"/>
          </a:solidFill>
          <a:ln w="12700">
            <a:solidFill>
              <a:srgbClr val="1A7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9467711" y="6135624"/>
            <a:ext cx="155095" cy="45720"/>
          </a:xfrm>
          <a:prstGeom prst="rect">
            <a:avLst/>
          </a:prstGeom>
          <a:solidFill>
            <a:srgbClr val="1871D4"/>
          </a:solidFill>
          <a:ln w="12700">
            <a:solidFill>
              <a:srgbClr val="18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9620977" y="6135624"/>
            <a:ext cx="155095" cy="45720"/>
          </a:xfrm>
          <a:prstGeom prst="rect">
            <a:avLst/>
          </a:prstGeom>
          <a:solidFill>
            <a:srgbClr val="1671D4"/>
          </a:solidFill>
          <a:ln w="12700">
            <a:solidFill>
              <a:srgbClr val="1671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9774244" y="6135624"/>
            <a:ext cx="155095" cy="45720"/>
          </a:xfrm>
          <a:prstGeom prst="rect">
            <a:avLst/>
          </a:prstGeom>
          <a:solidFill>
            <a:srgbClr val="1472D4"/>
          </a:solidFill>
          <a:ln w="12700">
            <a:solidFill>
              <a:srgbClr val="14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927510" y="6135624"/>
            <a:ext cx="155095" cy="45720"/>
          </a:xfrm>
          <a:prstGeom prst="rect">
            <a:avLst/>
          </a:prstGeom>
          <a:solidFill>
            <a:srgbClr val="1272D4"/>
          </a:solidFill>
          <a:ln w="12700">
            <a:solidFill>
              <a:srgbClr val="1272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10080777" y="6135624"/>
            <a:ext cx="155095" cy="45720"/>
          </a:xfrm>
          <a:prstGeom prst="rect">
            <a:avLst/>
          </a:prstGeom>
          <a:solidFill>
            <a:srgbClr val="1073D4"/>
          </a:solidFill>
          <a:ln w="12700">
            <a:solidFill>
              <a:srgbClr val="10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10234043" y="6135624"/>
            <a:ext cx="155095" cy="45720"/>
          </a:xfrm>
          <a:prstGeom prst="rect">
            <a:avLst/>
          </a:prstGeom>
          <a:solidFill>
            <a:srgbClr val="0E73D4"/>
          </a:solidFill>
          <a:ln w="12700">
            <a:solidFill>
              <a:srgbClr val="0E73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10387310" y="6135624"/>
            <a:ext cx="155095" cy="45720"/>
          </a:xfrm>
          <a:prstGeom prst="rect">
            <a:avLst/>
          </a:prstGeom>
          <a:solidFill>
            <a:srgbClr val="0C74D4"/>
          </a:solidFill>
          <a:ln w="12700">
            <a:solidFill>
              <a:srgbClr val="0C7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10540576" y="6135624"/>
            <a:ext cx="155095" cy="45720"/>
          </a:xfrm>
          <a:prstGeom prst="rect">
            <a:avLst/>
          </a:prstGeom>
          <a:solidFill>
            <a:srgbClr val="0A75D4"/>
          </a:solidFill>
          <a:ln w="12700">
            <a:solidFill>
              <a:srgbClr val="0A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10693843" y="6135624"/>
            <a:ext cx="155095" cy="45720"/>
          </a:xfrm>
          <a:prstGeom prst="rect">
            <a:avLst/>
          </a:prstGeom>
          <a:solidFill>
            <a:srgbClr val="0875D4"/>
          </a:solidFill>
          <a:ln w="12700">
            <a:solidFill>
              <a:srgbClr val="087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10847109" y="6135624"/>
            <a:ext cx="155095" cy="45720"/>
          </a:xfrm>
          <a:prstGeom prst="rect">
            <a:avLst/>
          </a:prstGeom>
          <a:solidFill>
            <a:srgbClr val="0676D4"/>
          </a:solidFill>
          <a:ln w="12700">
            <a:solidFill>
              <a:srgbClr val="06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11000376" y="6135624"/>
            <a:ext cx="155095" cy="45720"/>
          </a:xfrm>
          <a:prstGeom prst="rect">
            <a:avLst/>
          </a:prstGeom>
          <a:solidFill>
            <a:srgbClr val="0476D4"/>
          </a:solidFill>
          <a:ln w="12700">
            <a:solidFill>
              <a:srgbClr val="047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11153642" y="6135624"/>
            <a:ext cx="155095" cy="45720"/>
          </a:xfrm>
          <a:prstGeom prst="rect">
            <a:avLst/>
          </a:prstGeom>
          <a:solidFill>
            <a:srgbClr val="0277D4"/>
          </a:solidFill>
          <a:ln w="12700">
            <a:solidFill>
              <a:srgbClr val="02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1306909" y="6135624"/>
            <a:ext cx="155095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58"/>
          <p:cNvSpPr/>
          <p:nvPr/>
        </p:nvSpPr>
        <p:spPr>
          <a:xfrm>
            <a:off x="594360" y="6135624"/>
            <a:ext cx="1100297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>
                <a:solidFill>
                  <a:srgbClr val="1045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data flow: Azure → Deterministic Engine → Copilot Orchestration → Enterprise Outputs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292" cy="64008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463" y="0"/>
            <a:ext cx="137292" cy="64008"/>
          </a:xfrm>
          <a:prstGeom prst="rect">
            <a:avLst/>
          </a:prstGeom>
          <a:solidFill>
            <a:srgbClr val="BF3CC4"/>
          </a:solidFill>
          <a:ln w="12700">
            <a:solidFill>
              <a:srgbClr val="BF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0927" y="0"/>
            <a:ext cx="137292" cy="64008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6390" y="0"/>
            <a:ext cx="137292" cy="64008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1853" y="0"/>
            <a:ext cx="137292" cy="64008"/>
          </a:xfrm>
          <a:prstGeom prst="rect">
            <a:avLst/>
          </a:prstGeom>
          <a:solidFill>
            <a:srgbClr val="BB3EC4"/>
          </a:solidFill>
          <a:ln w="12700">
            <a:solidFill>
              <a:srgbClr val="BB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7316" y="0"/>
            <a:ext cx="137292" cy="64008"/>
          </a:xfrm>
          <a:prstGeom prst="rect">
            <a:avLst/>
          </a:prstGeom>
          <a:solidFill>
            <a:srgbClr val="B93FC4"/>
          </a:solidFill>
          <a:ln w="12700">
            <a:solidFill>
              <a:srgbClr val="B9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12780" y="0"/>
            <a:ext cx="137292" cy="64008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48243" y="0"/>
            <a:ext cx="137292" cy="64008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706" y="0"/>
            <a:ext cx="137292" cy="64008"/>
          </a:xfrm>
          <a:prstGeom prst="rect">
            <a:avLst/>
          </a:prstGeom>
          <a:solidFill>
            <a:srgbClr val="B642C4"/>
          </a:solidFill>
          <a:ln w="12700">
            <a:solidFill>
              <a:srgbClr val="B64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19170" y="0"/>
            <a:ext cx="137292" cy="64008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54633" y="0"/>
            <a:ext cx="137292" cy="64008"/>
          </a:xfrm>
          <a:prstGeom prst="rect">
            <a:avLst/>
          </a:prstGeom>
          <a:solidFill>
            <a:srgbClr val="B344C4"/>
          </a:solidFill>
          <a:ln w="12700">
            <a:solidFill>
              <a:srgbClr val="B3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90096" y="0"/>
            <a:ext cx="137292" cy="64008"/>
          </a:xfrm>
          <a:prstGeom prst="rect">
            <a:avLst/>
          </a:prstGeom>
          <a:solidFill>
            <a:srgbClr val="B244C4"/>
          </a:solidFill>
          <a:ln w="12700">
            <a:solidFill>
              <a:srgbClr val="B2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25559" y="0"/>
            <a:ext cx="137292" cy="64008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61023" y="0"/>
            <a:ext cx="137292" cy="64008"/>
          </a:xfrm>
          <a:prstGeom prst="rect">
            <a:avLst/>
          </a:prstGeom>
          <a:solidFill>
            <a:srgbClr val="AF46C4"/>
          </a:solidFill>
          <a:ln w="12700">
            <a:solidFill>
              <a:srgbClr val="AF4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896486" y="0"/>
            <a:ext cx="137292" cy="64008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31949" y="0"/>
            <a:ext cx="137292" cy="64008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167412" y="0"/>
            <a:ext cx="137292" cy="64008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02876" y="0"/>
            <a:ext cx="137292" cy="64008"/>
          </a:xfrm>
          <a:prstGeom prst="rect">
            <a:avLst/>
          </a:prstGeom>
          <a:solidFill>
            <a:srgbClr val="AA4AC4"/>
          </a:solidFill>
          <a:ln w="12700">
            <a:solidFill>
              <a:srgbClr val="AA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38339" y="0"/>
            <a:ext cx="137292" cy="64008"/>
          </a:xfrm>
          <a:prstGeom prst="rect">
            <a:avLst/>
          </a:prstGeom>
          <a:solidFill>
            <a:srgbClr val="A94AC4"/>
          </a:solidFill>
          <a:ln w="12700">
            <a:solidFill>
              <a:srgbClr val="A9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573802" y="0"/>
            <a:ext cx="137292" cy="64008"/>
          </a:xfrm>
          <a:prstGeom prst="rect">
            <a:avLst/>
          </a:prstGeom>
          <a:solidFill>
            <a:srgbClr val="A74BC4"/>
          </a:solidFill>
          <a:ln w="12700">
            <a:solidFill>
              <a:srgbClr val="A7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09266" y="0"/>
            <a:ext cx="137292" cy="64008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844729" y="0"/>
            <a:ext cx="137292" cy="64008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980192" y="0"/>
            <a:ext cx="137292" cy="64008"/>
          </a:xfrm>
          <a:prstGeom prst="rect">
            <a:avLst/>
          </a:prstGeom>
          <a:solidFill>
            <a:srgbClr val="A34EC4"/>
          </a:solidFill>
          <a:ln w="12700">
            <a:solidFill>
              <a:srgbClr val="A34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15655" y="0"/>
            <a:ext cx="137292" cy="64008"/>
          </a:xfrm>
          <a:prstGeom prst="rect">
            <a:avLst/>
          </a:prstGeom>
          <a:solidFill>
            <a:srgbClr val="A24FC5"/>
          </a:solidFill>
          <a:ln w="12700">
            <a:solidFill>
              <a:srgbClr val="A2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1119" y="0"/>
            <a:ext cx="137292" cy="64008"/>
          </a:xfrm>
          <a:prstGeom prst="rect">
            <a:avLst/>
          </a:prstGeom>
          <a:solidFill>
            <a:srgbClr val="A14FC5"/>
          </a:solidFill>
          <a:ln w="12700">
            <a:solidFill>
              <a:srgbClr val="A1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386582" y="0"/>
            <a:ext cx="137292" cy="64008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522045" y="0"/>
            <a:ext cx="137292" cy="64008"/>
          </a:xfrm>
          <a:prstGeom prst="rect">
            <a:avLst/>
          </a:prstGeom>
          <a:solidFill>
            <a:srgbClr val="9E51C5"/>
          </a:solidFill>
          <a:ln w="12700">
            <a:solidFill>
              <a:srgbClr val="9E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57509" y="0"/>
            <a:ext cx="137292" cy="64008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792972" y="0"/>
            <a:ext cx="137292" cy="64008"/>
          </a:xfrm>
          <a:prstGeom prst="rect">
            <a:avLst/>
          </a:prstGeom>
          <a:solidFill>
            <a:srgbClr val="9C53C5"/>
          </a:solidFill>
          <a:ln w="12700">
            <a:solidFill>
              <a:srgbClr val="9C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928435" y="0"/>
            <a:ext cx="137292" cy="64008"/>
          </a:xfrm>
          <a:prstGeom prst="rect">
            <a:avLst/>
          </a:prstGeom>
          <a:solidFill>
            <a:srgbClr val="9A54C5"/>
          </a:solidFill>
          <a:ln w="12700">
            <a:solidFill>
              <a:srgbClr val="9A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063898" y="0"/>
            <a:ext cx="137292" cy="64008"/>
          </a:xfrm>
          <a:prstGeom prst="rect">
            <a:avLst/>
          </a:prstGeom>
          <a:solidFill>
            <a:srgbClr val="9955C5"/>
          </a:solidFill>
          <a:ln w="12700">
            <a:solidFill>
              <a:srgbClr val="99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199362" y="0"/>
            <a:ext cx="137292" cy="64008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334825" y="0"/>
            <a:ext cx="137292" cy="64008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70288" y="0"/>
            <a:ext cx="137292" cy="64008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05752" y="0"/>
            <a:ext cx="137292" cy="64008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41215" y="0"/>
            <a:ext cx="137292" cy="64008"/>
          </a:xfrm>
          <a:prstGeom prst="rect">
            <a:avLst/>
          </a:prstGeom>
          <a:solidFill>
            <a:srgbClr val="9259C5"/>
          </a:solidFill>
          <a:ln w="12700">
            <a:solidFill>
              <a:srgbClr val="92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76678" y="0"/>
            <a:ext cx="137292" cy="64008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12141" y="0"/>
            <a:ext cx="137292" cy="64008"/>
          </a:xfrm>
          <a:prstGeom prst="rect">
            <a:avLst/>
          </a:prstGeom>
          <a:solidFill>
            <a:srgbClr val="905BC5"/>
          </a:solidFill>
          <a:ln w="12700">
            <a:solidFill>
              <a:srgbClr val="90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147605" y="0"/>
            <a:ext cx="137292" cy="64008"/>
          </a:xfrm>
          <a:prstGeom prst="rect">
            <a:avLst/>
          </a:prstGeom>
          <a:solidFill>
            <a:srgbClr val="8E5BC5"/>
          </a:solidFill>
          <a:ln w="12700">
            <a:solidFill>
              <a:srgbClr val="8E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83068" y="0"/>
            <a:ext cx="137292" cy="64008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18531" y="0"/>
            <a:ext cx="137292" cy="64008"/>
          </a:xfrm>
          <a:prstGeom prst="rect">
            <a:avLst/>
          </a:prstGeom>
          <a:solidFill>
            <a:srgbClr val="8C5DC5"/>
          </a:solidFill>
          <a:ln w="12700">
            <a:solidFill>
              <a:srgbClr val="8C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553994" y="0"/>
            <a:ext cx="137292" cy="64008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689458" y="0"/>
            <a:ext cx="137292" cy="64008"/>
          </a:xfrm>
          <a:prstGeom prst="rect">
            <a:avLst/>
          </a:prstGeom>
          <a:solidFill>
            <a:srgbClr val="895FC5"/>
          </a:solidFill>
          <a:ln w="12700">
            <a:solidFill>
              <a:srgbClr val="89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4921" y="0"/>
            <a:ext cx="137292" cy="64008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960384" y="0"/>
            <a:ext cx="137292" cy="64008"/>
          </a:xfrm>
          <a:prstGeom prst="rect">
            <a:avLst/>
          </a:prstGeom>
          <a:solidFill>
            <a:srgbClr val="8761C5"/>
          </a:solidFill>
          <a:ln w="12700">
            <a:solidFill>
              <a:srgbClr val="87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95848" y="0"/>
            <a:ext cx="137292" cy="64008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31311" y="0"/>
            <a:ext cx="137292" cy="64008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366774" y="0"/>
            <a:ext cx="137292" cy="64008"/>
          </a:xfrm>
          <a:prstGeom prst="rect">
            <a:avLst/>
          </a:prstGeom>
          <a:solidFill>
            <a:srgbClr val="7E62C6"/>
          </a:solidFill>
          <a:ln w="12700">
            <a:solidFill>
              <a:srgbClr val="7E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502237" y="0"/>
            <a:ext cx="137292" cy="64008"/>
          </a:xfrm>
          <a:prstGeom prst="rect">
            <a:avLst/>
          </a:prstGeom>
          <a:solidFill>
            <a:srgbClr val="7B63C6"/>
          </a:solidFill>
          <a:ln w="12700">
            <a:solidFill>
              <a:srgbClr val="7B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7701" y="0"/>
            <a:ext cx="137292" cy="64008"/>
          </a:xfrm>
          <a:prstGeom prst="rect">
            <a:avLst/>
          </a:prstGeom>
          <a:solidFill>
            <a:srgbClr val="7863C7"/>
          </a:solidFill>
          <a:ln w="12700">
            <a:solidFill>
              <a:srgbClr val="786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773164" y="0"/>
            <a:ext cx="137292" cy="64008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08627" y="0"/>
            <a:ext cx="137292" cy="64008"/>
          </a:xfrm>
          <a:prstGeom prst="rect">
            <a:avLst/>
          </a:prstGeom>
          <a:solidFill>
            <a:srgbClr val="7264C7"/>
          </a:solidFill>
          <a:ln w="12700">
            <a:solidFill>
              <a:srgbClr val="72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044091" y="0"/>
            <a:ext cx="137292" cy="64008"/>
          </a:xfrm>
          <a:prstGeom prst="rect">
            <a:avLst/>
          </a:prstGeom>
          <a:solidFill>
            <a:srgbClr val="6F65C8"/>
          </a:solidFill>
          <a:ln w="12700">
            <a:solidFill>
              <a:srgbClr val="6F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179554" y="0"/>
            <a:ext cx="137292" cy="64008"/>
          </a:xfrm>
          <a:prstGeom prst="rect">
            <a:avLst/>
          </a:prstGeom>
          <a:solidFill>
            <a:srgbClr val="6C65C8"/>
          </a:solidFill>
          <a:ln w="12700">
            <a:solidFill>
              <a:srgbClr val="6C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315017" y="0"/>
            <a:ext cx="137292" cy="64008"/>
          </a:xfrm>
          <a:prstGeom prst="rect">
            <a:avLst/>
          </a:prstGeom>
          <a:solidFill>
            <a:srgbClr val="6966C8"/>
          </a:solidFill>
          <a:ln w="12700">
            <a:solidFill>
              <a:srgbClr val="69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450480" y="0"/>
            <a:ext cx="137292" cy="64008"/>
          </a:xfrm>
          <a:prstGeom prst="rect">
            <a:avLst/>
          </a:prstGeom>
          <a:solidFill>
            <a:srgbClr val="6666C9"/>
          </a:solidFill>
          <a:ln w="12700">
            <a:solidFill>
              <a:srgbClr val="6666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85944" y="0"/>
            <a:ext cx="137292" cy="64008"/>
          </a:xfrm>
          <a:prstGeom prst="rect">
            <a:avLst/>
          </a:prstGeom>
          <a:solidFill>
            <a:srgbClr val="6367C9"/>
          </a:solidFill>
          <a:ln w="12700">
            <a:solidFill>
              <a:srgbClr val="63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7721407" y="0"/>
            <a:ext cx="137292" cy="64008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56870" y="0"/>
            <a:ext cx="137292" cy="64008"/>
          </a:xfrm>
          <a:prstGeom prst="rect">
            <a:avLst/>
          </a:prstGeom>
          <a:solidFill>
            <a:srgbClr val="5D68CA"/>
          </a:solidFill>
          <a:ln w="12700">
            <a:solidFill>
              <a:srgbClr val="5D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992334" y="0"/>
            <a:ext cx="137292" cy="64008"/>
          </a:xfrm>
          <a:prstGeom prst="rect">
            <a:avLst/>
          </a:prstGeom>
          <a:solidFill>
            <a:srgbClr val="5A68CA"/>
          </a:solidFill>
          <a:ln w="12700">
            <a:solidFill>
              <a:srgbClr val="5A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8127797" y="0"/>
            <a:ext cx="137292" cy="64008"/>
          </a:xfrm>
          <a:prstGeom prst="rect">
            <a:avLst/>
          </a:prstGeom>
          <a:solidFill>
            <a:srgbClr val="5769CA"/>
          </a:solidFill>
          <a:ln w="12700">
            <a:solidFill>
              <a:srgbClr val="57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263260" y="0"/>
            <a:ext cx="137292" cy="64008"/>
          </a:xfrm>
          <a:prstGeom prst="rect">
            <a:avLst/>
          </a:prstGeom>
          <a:solidFill>
            <a:srgbClr val="546ACB"/>
          </a:solidFill>
          <a:ln w="12700">
            <a:solidFill>
              <a:srgbClr val="54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8398723" y="0"/>
            <a:ext cx="137292" cy="64008"/>
          </a:xfrm>
          <a:prstGeom prst="rect">
            <a:avLst/>
          </a:prstGeom>
          <a:solidFill>
            <a:srgbClr val="516ACB"/>
          </a:solidFill>
          <a:ln w="12700">
            <a:solidFill>
              <a:srgbClr val="51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8534187" y="0"/>
            <a:ext cx="137292" cy="64008"/>
          </a:xfrm>
          <a:prstGeom prst="rect">
            <a:avLst/>
          </a:prstGeom>
          <a:solidFill>
            <a:srgbClr val="4E6BCB"/>
          </a:solidFill>
          <a:ln w="12700">
            <a:solidFill>
              <a:srgbClr val="4E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8669650" y="0"/>
            <a:ext cx="137292" cy="64008"/>
          </a:xfrm>
          <a:prstGeom prst="rect">
            <a:avLst/>
          </a:prstGeom>
          <a:solidFill>
            <a:srgbClr val="4B6BCC"/>
          </a:solidFill>
          <a:ln w="12700">
            <a:solidFill>
              <a:srgbClr val="4B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8805113" y="0"/>
            <a:ext cx="137292" cy="64008"/>
          </a:xfrm>
          <a:prstGeom prst="rect">
            <a:avLst/>
          </a:prstGeom>
          <a:solidFill>
            <a:srgbClr val="486CCC"/>
          </a:solidFill>
          <a:ln w="12700">
            <a:solidFill>
              <a:srgbClr val="48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940576" y="0"/>
            <a:ext cx="137292" cy="64008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076040" y="0"/>
            <a:ext cx="137292" cy="64008"/>
          </a:xfrm>
          <a:prstGeom prst="rect">
            <a:avLst/>
          </a:prstGeom>
          <a:solidFill>
            <a:srgbClr val="426DCD"/>
          </a:solidFill>
          <a:ln w="12700">
            <a:solidFill>
              <a:srgbClr val="42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9211503" y="0"/>
            <a:ext cx="137292" cy="64008"/>
          </a:xfrm>
          <a:prstGeom prst="rect">
            <a:avLst/>
          </a:prstGeom>
          <a:solidFill>
            <a:srgbClr val="3F6DCD"/>
          </a:solidFill>
          <a:ln w="12700">
            <a:solidFill>
              <a:srgbClr val="3F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9346966" y="0"/>
            <a:ext cx="137292" cy="64008"/>
          </a:xfrm>
          <a:prstGeom prst="rect">
            <a:avLst/>
          </a:prstGeom>
          <a:solidFill>
            <a:srgbClr val="3C6ECD"/>
          </a:solidFill>
          <a:ln w="12700">
            <a:solidFill>
              <a:srgbClr val="3C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9482430" y="0"/>
            <a:ext cx="137292" cy="64008"/>
          </a:xfrm>
          <a:prstGeom prst="rect">
            <a:avLst/>
          </a:prstGeom>
          <a:solidFill>
            <a:srgbClr val="396ECE"/>
          </a:solidFill>
          <a:ln w="12700">
            <a:solidFill>
              <a:srgbClr val="39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9617893" y="0"/>
            <a:ext cx="137292" cy="64008"/>
          </a:xfrm>
          <a:prstGeom prst="rect">
            <a:avLst/>
          </a:prstGeom>
          <a:solidFill>
            <a:srgbClr val="366FCE"/>
          </a:solidFill>
          <a:ln w="12700">
            <a:solidFill>
              <a:srgbClr val="36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9753356" y="0"/>
            <a:ext cx="137292" cy="64008"/>
          </a:xfrm>
          <a:prstGeom prst="rect">
            <a:avLst/>
          </a:prstGeom>
          <a:solidFill>
            <a:srgbClr val="336FCE"/>
          </a:solidFill>
          <a:ln w="12700">
            <a:solidFill>
              <a:srgbClr val="33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9888819" y="0"/>
            <a:ext cx="137292" cy="64008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0024283" y="0"/>
            <a:ext cx="137292" cy="64008"/>
          </a:xfrm>
          <a:prstGeom prst="rect">
            <a:avLst/>
          </a:prstGeom>
          <a:solidFill>
            <a:srgbClr val="2D70CF"/>
          </a:solidFill>
          <a:ln w="12700">
            <a:solidFill>
              <a:srgbClr val="2D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10159746" y="0"/>
            <a:ext cx="137292" cy="64008"/>
          </a:xfrm>
          <a:prstGeom prst="rect">
            <a:avLst/>
          </a:prstGeom>
          <a:solidFill>
            <a:srgbClr val="2A71CF"/>
          </a:solidFill>
          <a:ln w="12700">
            <a:solidFill>
              <a:srgbClr val="2A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10295209" y="0"/>
            <a:ext cx="137292" cy="64008"/>
          </a:xfrm>
          <a:prstGeom prst="rect">
            <a:avLst/>
          </a:prstGeom>
          <a:solidFill>
            <a:srgbClr val="2771D0"/>
          </a:solidFill>
          <a:ln w="12700">
            <a:solidFill>
              <a:srgbClr val="2771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10430673" y="0"/>
            <a:ext cx="137292" cy="64008"/>
          </a:xfrm>
          <a:prstGeom prst="rect">
            <a:avLst/>
          </a:prstGeom>
          <a:solidFill>
            <a:srgbClr val="2472D0"/>
          </a:solidFill>
          <a:ln w="12700">
            <a:solidFill>
              <a:srgbClr val="24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566136" y="0"/>
            <a:ext cx="137292" cy="64008"/>
          </a:xfrm>
          <a:prstGeom prst="rect">
            <a:avLst/>
          </a:prstGeom>
          <a:solidFill>
            <a:srgbClr val="2172D0"/>
          </a:solidFill>
          <a:ln w="12700">
            <a:solidFill>
              <a:srgbClr val="21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01599" y="0"/>
            <a:ext cx="137292" cy="64008"/>
          </a:xfrm>
          <a:prstGeom prst="rect">
            <a:avLst/>
          </a:prstGeom>
          <a:solidFill>
            <a:srgbClr val="1E73D1"/>
          </a:solidFill>
          <a:ln w="12700">
            <a:solidFill>
              <a:srgbClr val="1E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10837062" y="0"/>
            <a:ext cx="137292" cy="64008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10972526" y="0"/>
            <a:ext cx="137292" cy="64008"/>
          </a:xfrm>
          <a:prstGeom prst="rect">
            <a:avLst/>
          </a:prstGeom>
          <a:solidFill>
            <a:srgbClr val="1874D1"/>
          </a:solidFill>
          <a:ln w="12700">
            <a:solidFill>
              <a:srgbClr val="18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11107989" y="0"/>
            <a:ext cx="137292" cy="64008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11243452" y="0"/>
            <a:ext cx="137292" cy="64008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11378916" y="0"/>
            <a:ext cx="137292" cy="64008"/>
          </a:xfrm>
          <a:prstGeom prst="rect">
            <a:avLst/>
          </a:prstGeom>
          <a:solidFill>
            <a:srgbClr val="0F75D2"/>
          </a:solidFill>
          <a:ln w="12700">
            <a:solidFill>
              <a:srgbClr val="0F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1514379" y="0"/>
            <a:ext cx="137292" cy="64008"/>
          </a:xfrm>
          <a:prstGeom prst="rect">
            <a:avLst/>
          </a:prstGeom>
          <a:solidFill>
            <a:srgbClr val="0C76D3"/>
          </a:solidFill>
          <a:ln w="12700">
            <a:solidFill>
              <a:srgbClr val="0C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11649842" y="0"/>
            <a:ext cx="137292" cy="64008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11785305" y="0"/>
            <a:ext cx="137292" cy="64008"/>
          </a:xfrm>
          <a:prstGeom prst="rect">
            <a:avLst/>
          </a:prstGeom>
          <a:solidFill>
            <a:srgbClr val="0677D3"/>
          </a:solidFill>
          <a:ln w="12700">
            <a:solidFill>
              <a:srgbClr val="06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11920769" y="0"/>
            <a:ext cx="137292" cy="64008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9"/>
          <p:cNvSpPr/>
          <p:nvPr/>
        </p:nvSpPr>
        <p:spPr>
          <a:xfrm>
            <a:off x="12056232" y="0"/>
            <a:ext cx="137292" cy="640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02920" y="164592"/>
            <a:ext cx="10515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0078D4"/>
                </a:solidFill>
                <a:latin typeface="Aptos Display" pitchFamily="34" charset="0"/>
              </a:rPr>
              <a:t>Copilot‑Governed Azure Landing Zone Orchestration</a:t>
            </a:r>
          </a:p>
        </p:txBody>
      </p:sp>
      <p:sp>
        <p:nvSpPr>
          <p:cNvPr id="93" name="Text 91"/>
          <p:cNvSpPr/>
          <p:nvPr/>
        </p:nvSpPr>
        <p:spPr>
          <a:xfrm>
            <a:off x="502920" y="60350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Governance Authority with Guard railed Responsible AI Enrichment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4892040" y="950976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3"/>
          <p:cNvSpPr/>
          <p:nvPr/>
        </p:nvSpPr>
        <p:spPr>
          <a:xfrm>
            <a:off x="4965192" y="950976"/>
            <a:ext cx="58750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5022113" y="950976"/>
            <a:ext cx="58750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5"/>
          <p:cNvSpPr/>
          <p:nvPr/>
        </p:nvSpPr>
        <p:spPr>
          <a:xfrm>
            <a:off x="5079035" y="950976"/>
            <a:ext cx="58750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5135956" y="950976"/>
            <a:ext cx="58750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5192878" y="950976"/>
            <a:ext cx="58750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Shape 98"/>
          <p:cNvSpPr/>
          <p:nvPr/>
        </p:nvSpPr>
        <p:spPr>
          <a:xfrm>
            <a:off x="5249799" y="950976"/>
            <a:ext cx="58750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99"/>
          <p:cNvSpPr/>
          <p:nvPr/>
        </p:nvSpPr>
        <p:spPr>
          <a:xfrm>
            <a:off x="5306720" y="950976"/>
            <a:ext cx="58750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5363642" y="950976"/>
            <a:ext cx="58750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1"/>
          <p:cNvSpPr/>
          <p:nvPr/>
        </p:nvSpPr>
        <p:spPr>
          <a:xfrm>
            <a:off x="5420563" y="950976"/>
            <a:ext cx="58750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2"/>
          <p:cNvSpPr/>
          <p:nvPr/>
        </p:nvSpPr>
        <p:spPr>
          <a:xfrm>
            <a:off x="5477485" y="950976"/>
            <a:ext cx="58750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5534406" y="950976"/>
            <a:ext cx="58750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5591327" y="950976"/>
            <a:ext cx="58750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5"/>
          <p:cNvSpPr/>
          <p:nvPr/>
        </p:nvSpPr>
        <p:spPr>
          <a:xfrm>
            <a:off x="5648249" y="950976"/>
            <a:ext cx="58750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6"/>
          <p:cNvSpPr/>
          <p:nvPr/>
        </p:nvSpPr>
        <p:spPr>
          <a:xfrm>
            <a:off x="5705170" y="950976"/>
            <a:ext cx="58750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7"/>
          <p:cNvSpPr/>
          <p:nvPr/>
        </p:nvSpPr>
        <p:spPr>
          <a:xfrm>
            <a:off x="5762092" y="950976"/>
            <a:ext cx="58750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5819013" y="950976"/>
            <a:ext cx="58750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09"/>
          <p:cNvSpPr/>
          <p:nvPr/>
        </p:nvSpPr>
        <p:spPr>
          <a:xfrm>
            <a:off x="5875934" y="950976"/>
            <a:ext cx="58750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Shape 110"/>
          <p:cNvSpPr/>
          <p:nvPr/>
        </p:nvSpPr>
        <p:spPr>
          <a:xfrm>
            <a:off x="5932856" y="950976"/>
            <a:ext cx="58750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5989777" y="950976"/>
            <a:ext cx="58750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2"/>
          <p:cNvSpPr/>
          <p:nvPr/>
        </p:nvSpPr>
        <p:spPr>
          <a:xfrm>
            <a:off x="6046699" y="950976"/>
            <a:ext cx="58750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6103620" y="950976"/>
            <a:ext cx="58750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6160541" y="950976"/>
            <a:ext cx="58750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5"/>
          <p:cNvSpPr/>
          <p:nvPr/>
        </p:nvSpPr>
        <p:spPr>
          <a:xfrm>
            <a:off x="6217463" y="950976"/>
            <a:ext cx="58750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6"/>
          <p:cNvSpPr/>
          <p:nvPr/>
        </p:nvSpPr>
        <p:spPr>
          <a:xfrm>
            <a:off x="6274384" y="950976"/>
            <a:ext cx="58750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6331306" y="950976"/>
            <a:ext cx="58750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18"/>
          <p:cNvSpPr/>
          <p:nvPr/>
        </p:nvSpPr>
        <p:spPr>
          <a:xfrm>
            <a:off x="6388227" y="950976"/>
            <a:ext cx="58750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19"/>
          <p:cNvSpPr/>
          <p:nvPr/>
        </p:nvSpPr>
        <p:spPr>
          <a:xfrm>
            <a:off x="6445148" y="950976"/>
            <a:ext cx="58750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6502070" y="950976"/>
            <a:ext cx="58750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1"/>
          <p:cNvSpPr/>
          <p:nvPr/>
        </p:nvSpPr>
        <p:spPr>
          <a:xfrm>
            <a:off x="6558991" y="950976"/>
            <a:ext cx="58750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2"/>
          <p:cNvSpPr/>
          <p:nvPr/>
        </p:nvSpPr>
        <p:spPr>
          <a:xfrm>
            <a:off x="6615913" y="950976"/>
            <a:ext cx="58750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672834" y="950976"/>
            <a:ext cx="58750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Shape 124"/>
          <p:cNvSpPr/>
          <p:nvPr/>
        </p:nvSpPr>
        <p:spPr>
          <a:xfrm>
            <a:off x="6729755" y="950976"/>
            <a:ext cx="58750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5"/>
          <p:cNvSpPr/>
          <p:nvPr/>
        </p:nvSpPr>
        <p:spPr>
          <a:xfrm>
            <a:off x="6786677" y="950976"/>
            <a:ext cx="58750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6"/>
          <p:cNvSpPr/>
          <p:nvPr/>
        </p:nvSpPr>
        <p:spPr>
          <a:xfrm>
            <a:off x="6843598" y="950976"/>
            <a:ext cx="58750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7"/>
          <p:cNvSpPr/>
          <p:nvPr/>
        </p:nvSpPr>
        <p:spPr>
          <a:xfrm>
            <a:off x="6900520" y="950976"/>
            <a:ext cx="58750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28"/>
          <p:cNvSpPr/>
          <p:nvPr/>
        </p:nvSpPr>
        <p:spPr>
          <a:xfrm>
            <a:off x="6957441" y="950976"/>
            <a:ext cx="58750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29"/>
          <p:cNvSpPr/>
          <p:nvPr/>
        </p:nvSpPr>
        <p:spPr>
          <a:xfrm>
            <a:off x="7014362" y="950976"/>
            <a:ext cx="58750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0"/>
          <p:cNvSpPr/>
          <p:nvPr/>
        </p:nvSpPr>
        <p:spPr>
          <a:xfrm>
            <a:off x="7071284" y="950976"/>
            <a:ext cx="58750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1"/>
          <p:cNvSpPr/>
          <p:nvPr/>
        </p:nvSpPr>
        <p:spPr>
          <a:xfrm>
            <a:off x="7128205" y="950976"/>
            <a:ext cx="58750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2"/>
          <p:cNvSpPr/>
          <p:nvPr/>
        </p:nvSpPr>
        <p:spPr>
          <a:xfrm>
            <a:off x="7185127" y="950976"/>
            <a:ext cx="5875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983480" y="10241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CSA / Enterprise Architect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6099048" y="1408176"/>
            <a:ext cx="0" cy="128016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5"/>
          <p:cNvSpPr/>
          <p:nvPr/>
        </p:nvSpPr>
        <p:spPr>
          <a:xfrm>
            <a:off x="7360920" y="1156716"/>
            <a:ext cx="39929" cy="45720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Shape 136"/>
          <p:cNvSpPr/>
          <p:nvPr/>
        </p:nvSpPr>
        <p:spPr>
          <a:xfrm>
            <a:off x="7399020" y="1156716"/>
            <a:ext cx="39929" cy="45720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Shape 137"/>
          <p:cNvSpPr/>
          <p:nvPr/>
        </p:nvSpPr>
        <p:spPr>
          <a:xfrm>
            <a:off x="7437120" y="1156716"/>
            <a:ext cx="39929" cy="45720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38"/>
          <p:cNvSpPr/>
          <p:nvPr/>
        </p:nvSpPr>
        <p:spPr>
          <a:xfrm>
            <a:off x="7475220" y="1156716"/>
            <a:ext cx="39929" cy="45720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39"/>
          <p:cNvSpPr/>
          <p:nvPr/>
        </p:nvSpPr>
        <p:spPr>
          <a:xfrm>
            <a:off x="7513320" y="1156716"/>
            <a:ext cx="39929" cy="45720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0"/>
          <p:cNvSpPr/>
          <p:nvPr/>
        </p:nvSpPr>
        <p:spPr>
          <a:xfrm>
            <a:off x="7551420" y="1156716"/>
            <a:ext cx="39929" cy="45720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1"/>
          <p:cNvSpPr/>
          <p:nvPr/>
        </p:nvSpPr>
        <p:spPr>
          <a:xfrm>
            <a:off x="7589520" y="1156716"/>
            <a:ext cx="39929" cy="45720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Shape 142"/>
          <p:cNvSpPr/>
          <p:nvPr/>
        </p:nvSpPr>
        <p:spPr>
          <a:xfrm>
            <a:off x="7627620" y="1156716"/>
            <a:ext cx="39929" cy="45720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Shape 143"/>
          <p:cNvSpPr/>
          <p:nvPr/>
        </p:nvSpPr>
        <p:spPr>
          <a:xfrm>
            <a:off x="7665720" y="1156716"/>
            <a:ext cx="39929" cy="45720"/>
          </a:xfrm>
          <a:prstGeom prst="rect">
            <a:avLst/>
          </a:prstGeom>
          <a:solidFill>
            <a:srgbClr val="A050C5"/>
          </a:solidFill>
          <a:ln w="12700">
            <a:solidFill>
              <a:srgbClr val="A0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Shape 144"/>
          <p:cNvSpPr/>
          <p:nvPr/>
        </p:nvSpPr>
        <p:spPr>
          <a:xfrm>
            <a:off x="7703820" y="1156716"/>
            <a:ext cx="39929" cy="45720"/>
          </a:xfrm>
          <a:prstGeom prst="rect">
            <a:avLst/>
          </a:prstGeom>
          <a:solidFill>
            <a:srgbClr val="9C53C5"/>
          </a:solidFill>
          <a:ln w="12700">
            <a:solidFill>
              <a:srgbClr val="9C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5"/>
          <p:cNvSpPr/>
          <p:nvPr/>
        </p:nvSpPr>
        <p:spPr>
          <a:xfrm>
            <a:off x="7741920" y="1156716"/>
            <a:ext cx="39929" cy="45720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Shape 146"/>
          <p:cNvSpPr/>
          <p:nvPr/>
        </p:nvSpPr>
        <p:spPr>
          <a:xfrm>
            <a:off x="7780020" y="1156716"/>
            <a:ext cx="39929" cy="45720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47"/>
          <p:cNvSpPr/>
          <p:nvPr/>
        </p:nvSpPr>
        <p:spPr>
          <a:xfrm>
            <a:off x="7818120" y="1156716"/>
            <a:ext cx="39929" cy="45720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Shape 148"/>
          <p:cNvSpPr/>
          <p:nvPr/>
        </p:nvSpPr>
        <p:spPr>
          <a:xfrm>
            <a:off x="7856220" y="1156716"/>
            <a:ext cx="39929" cy="45720"/>
          </a:xfrm>
          <a:prstGeom prst="rect">
            <a:avLst/>
          </a:prstGeom>
          <a:solidFill>
            <a:srgbClr val="8C5DC5"/>
          </a:solidFill>
          <a:ln w="12700">
            <a:solidFill>
              <a:srgbClr val="8C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1" name="Shape 149"/>
          <p:cNvSpPr/>
          <p:nvPr/>
        </p:nvSpPr>
        <p:spPr>
          <a:xfrm>
            <a:off x="7894320" y="1156716"/>
            <a:ext cx="39929" cy="45720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0"/>
          <p:cNvSpPr/>
          <p:nvPr/>
        </p:nvSpPr>
        <p:spPr>
          <a:xfrm>
            <a:off x="7932420" y="1156716"/>
            <a:ext cx="39929" cy="45720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Shape 151"/>
          <p:cNvSpPr/>
          <p:nvPr/>
        </p:nvSpPr>
        <p:spPr>
          <a:xfrm>
            <a:off x="7970520" y="1156716"/>
            <a:ext cx="39929" cy="45720"/>
          </a:xfrm>
          <a:prstGeom prst="rect">
            <a:avLst/>
          </a:prstGeom>
          <a:solidFill>
            <a:srgbClr val="7863C7"/>
          </a:solidFill>
          <a:ln w="12700">
            <a:solidFill>
              <a:srgbClr val="786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Shape 152"/>
          <p:cNvSpPr/>
          <p:nvPr/>
        </p:nvSpPr>
        <p:spPr>
          <a:xfrm>
            <a:off x="8008620" y="1156716"/>
            <a:ext cx="39929" cy="45720"/>
          </a:xfrm>
          <a:prstGeom prst="rect">
            <a:avLst/>
          </a:prstGeom>
          <a:solidFill>
            <a:srgbClr val="6F65C8"/>
          </a:solidFill>
          <a:ln w="12700">
            <a:solidFill>
              <a:srgbClr val="6F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5" name="Shape 153"/>
          <p:cNvSpPr/>
          <p:nvPr/>
        </p:nvSpPr>
        <p:spPr>
          <a:xfrm>
            <a:off x="8046720" y="1156716"/>
            <a:ext cx="39929" cy="45720"/>
          </a:xfrm>
          <a:prstGeom prst="rect">
            <a:avLst/>
          </a:prstGeom>
          <a:solidFill>
            <a:srgbClr val="6667C9"/>
          </a:solidFill>
          <a:ln w="12700">
            <a:solidFill>
              <a:srgbClr val="66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4"/>
          <p:cNvSpPr/>
          <p:nvPr/>
        </p:nvSpPr>
        <p:spPr>
          <a:xfrm>
            <a:off x="8084820" y="1156716"/>
            <a:ext cx="39929" cy="45720"/>
          </a:xfrm>
          <a:prstGeom prst="rect">
            <a:avLst/>
          </a:prstGeom>
          <a:solidFill>
            <a:srgbClr val="5C68CA"/>
          </a:solidFill>
          <a:ln w="12700">
            <a:solidFill>
              <a:srgbClr val="5C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7" name="Shape 155"/>
          <p:cNvSpPr/>
          <p:nvPr/>
        </p:nvSpPr>
        <p:spPr>
          <a:xfrm>
            <a:off x="8122920" y="1156716"/>
            <a:ext cx="39929" cy="45720"/>
          </a:xfrm>
          <a:prstGeom prst="rect">
            <a:avLst/>
          </a:prstGeom>
          <a:solidFill>
            <a:srgbClr val="536ACB"/>
          </a:solidFill>
          <a:ln w="12700">
            <a:solidFill>
              <a:srgbClr val="53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Shape 156"/>
          <p:cNvSpPr/>
          <p:nvPr/>
        </p:nvSpPr>
        <p:spPr>
          <a:xfrm>
            <a:off x="8161020" y="1156716"/>
            <a:ext cx="39929" cy="45720"/>
          </a:xfrm>
          <a:prstGeom prst="rect">
            <a:avLst/>
          </a:prstGeom>
          <a:solidFill>
            <a:srgbClr val="4A6BCC"/>
          </a:solidFill>
          <a:ln w="12700">
            <a:solidFill>
              <a:srgbClr val="4A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Shape 157"/>
          <p:cNvSpPr/>
          <p:nvPr/>
        </p:nvSpPr>
        <p:spPr>
          <a:xfrm>
            <a:off x="8199120" y="1156716"/>
            <a:ext cx="39929" cy="45720"/>
          </a:xfrm>
          <a:prstGeom prst="rect">
            <a:avLst/>
          </a:prstGeom>
          <a:solidFill>
            <a:srgbClr val="416DCD"/>
          </a:solidFill>
          <a:ln w="12700">
            <a:solidFill>
              <a:srgbClr val="41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58"/>
          <p:cNvSpPr/>
          <p:nvPr/>
        </p:nvSpPr>
        <p:spPr>
          <a:xfrm>
            <a:off x="8237220" y="1156716"/>
            <a:ext cx="39929" cy="45720"/>
          </a:xfrm>
          <a:prstGeom prst="rect">
            <a:avLst/>
          </a:prstGeom>
          <a:solidFill>
            <a:srgbClr val="376ECE"/>
          </a:solidFill>
          <a:ln w="12700">
            <a:solidFill>
              <a:srgbClr val="37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Shape 159"/>
          <p:cNvSpPr/>
          <p:nvPr/>
        </p:nvSpPr>
        <p:spPr>
          <a:xfrm>
            <a:off x="8275320" y="1156716"/>
            <a:ext cx="39929" cy="45720"/>
          </a:xfrm>
          <a:prstGeom prst="rect">
            <a:avLst/>
          </a:prstGeom>
          <a:solidFill>
            <a:srgbClr val="2E70CF"/>
          </a:solidFill>
          <a:ln w="12700">
            <a:solidFill>
              <a:srgbClr val="2E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Shape 160"/>
          <p:cNvSpPr/>
          <p:nvPr/>
        </p:nvSpPr>
        <p:spPr>
          <a:xfrm>
            <a:off x="8313420" y="1156716"/>
            <a:ext cx="39929" cy="45720"/>
          </a:xfrm>
          <a:prstGeom prst="rect">
            <a:avLst/>
          </a:prstGeom>
          <a:solidFill>
            <a:srgbClr val="2572D0"/>
          </a:solidFill>
          <a:ln w="12700">
            <a:solidFill>
              <a:srgbClr val="25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Shape 161"/>
          <p:cNvSpPr/>
          <p:nvPr/>
        </p:nvSpPr>
        <p:spPr>
          <a:xfrm>
            <a:off x="8351520" y="1156716"/>
            <a:ext cx="39929" cy="45720"/>
          </a:xfrm>
          <a:prstGeom prst="rect">
            <a:avLst/>
          </a:prstGeom>
          <a:solidFill>
            <a:srgbClr val="1C73D1"/>
          </a:solidFill>
          <a:ln w="12700">
            <a:solidFill>
              <a:srgbClr val="1C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2"/>
          <p:cNvSpPr/>
          <p:nvPr/>
        </p:nvSpPr>
        <p:spPr>
          <a:xfrm>
            <a:off x="8389620" y="1156716"/>
            <a:ext cx="39929" cy="45720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Shape 163"/>
          <p:cNvSpPr/>
          <p:nvPr/>
        </p:nvSpPr>
        <p:spPr>
          <a:xfrm>
            <a:off x="8427720" y="1156716"/>
            <a:ext cx="39929" cy="45720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6" name="Shape 164"/>
          <p:cNvSpPr/>
          <p:nvPr/>
        </p:nvSpPr>
        <p:spPr>
          <a:xfrm>
            <a:off x="8465820" y="1156716"/>
            <a:ext cx="39929" cy="45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Shape 165"/>
          <p:cNvSpPr/>
          <p:nvPr/>
        </p:nvSpPr>
        <p:spPr>
          <a:xfrm>
            <a:off x="7445502" y="1124712"/>
            <a:ext cx="109728" cy="109728"/>
          </a:xfrm>
          <a:prstGeom prst="ellipse">
            <a:avLst/>
          </a:prstGeom>
          <a:solidFill>
            <a:srgbClr val="A344C6"/>
          </a:solidFill>
          <a:ln w="12700">
            <a:solidFill>
              <a:srgbClr val="A344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6"/>
          <p:cNvSpPr/>
          <p:nvPr/>
        </p:nvSpPr>
        <p:spPr>
          <a:xfrm>
            <a:off x="7692390" y="1124712"/>
            <a:ext cx="109728" cy="109728"/>
          </a:xfrm>
          <a:prstGeom prst="ellipse">
            <a:avLst/>
          </a:prstGeom>
          <a:solidFill>
            <a:srgbClr val="7D50CA"/>
          </a:solidFill>
          <a:ln w="12700">
            <a:solidFill>
              <a:srgbClr val="7D50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Shape 167"/>
          <p:cNvSpPr/>
          <p:nvPr/>
        </p:nvSpPr>
        <p:spPr>
          <a:xfrm>
            <a:off x="7939278" y="1124712"/>
            <a:ext cx="109728" cy="109728"/>
          </a:xfrm>
          <a:prstGeom prst="ellipse">
            <a:avLst/>
          </a:prstGeom>
          <a:solidFill>
            <a:srgbClr val="565DCD"/>
          </a:solidFill>
          <a:ln w="12700">
            <a:solidFill>
              <a:srgbClr val="565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Shape 168"/>
          <p:cNvSpPr/>
          <p:nvPr/>
        </p:nvSpPr>
        <p:spPr>
          <a:xfrm>
            <a:off x="8186166" y="1124712"/>
            <a:ext cx="109728" cy="109728"/>
          </a:xfrm>
          <a:prstGeom prst="ellipse">
            <a:avLst/>
          </a:prstGeom>
          <a:solidFill>
            <a:srgbClr val="3069D0"/>
          </a:solidFill>
          <a:ln w="12700">
            <a:solidFill>
              <a:srgbClr val="3069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1" name="Shape 169"/>
          <p:cNvSpPr/>
          <p:nvPr/>
        </p:nvSpPr>
        <p:spPr>
          <a:xfrm>
            <a:off x="8433054" y="1124712"/>
            <a:ext cx="109728" cy="109728"/>
          </a:xfrm>
          <a:prstGeom prst="ellipse">
            <a:avLst/>
          </a:prstGeom>
          <a:solidFill>
            <a:srgbClr val="0A75D3"/>
          </a:solidFill>
          <a:ln w="12700">
            <a:solidFill>
              <a:srgbClr val="0A75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0"/>
          <p:cNvSpPr/>
          <p:nvPr/>
        </p:nvSpPr>
        <p:spPr>
          <a:xfrm>
            <a:off x="8595360" y="841248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F5F0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3" name="Shape 171"/>
          <p:cNvSpPr/>
          <p:nvPr/>
        </p:nvSpPr>
        <p:spPr>
          <a:xfrm>
            <a:off x="8668512" y="841248"/>
            <a:ext cx="75895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Shape 172"/>
          <p:cNvSpPr/>
          <p:nvPr/>
        </p:nvSpPr>
        <p:spPr>
          <a:xfrm>
            <a:off x="8742578" y="841248"/>
            <a:ext cx="75895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Shape 173"/>
          <p:cNvSpPr/>
          <p:nvPr/>
        </p:nvSpPr>
        <p:spPr>
          <a:xfrm>
            <a:off x="8816645" y="841248"/>
            <a:ext cx="75895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Shape 174"/>
          <p:cNvSpPr/>
          <p:nvPr/>
        </p:nvSpPr>
        <p:spPr>
          <a:xfrm>
            <a:off x="8890711" y="841248"/>
            <a:ext cx="75895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Shape 175"/>
          <p:cNvSpPr/>
          <p:nvPr/>
        </p:nvSpPr>
        <p:spPr>
          <a:xfrm>
            <a:off x="8964778" y="841248"/>
            <a:ext cx="75895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Shape 176"/>
          <p:cNvSpPr/>
          <p:nvPr/>
        </p:nvSpPr>
        <p:spPr>
          <a:xfrm>
            <a:off x="9038844" y="841248"/>
            <a:ext cx="75895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9" name="Shape 177"/>
          <p:cNvSpPr/>
          <p:nvPr/>
        </p:nvSpPr>
        <p:spPr>
          <a:xfrm>
            <a:off x="9112910" y="841248"/>
            <a:ext cx="75895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Shape 178"/>
          <p:cNvSpPr/>
          <p:nvPr/>
        </p:nvSpPr>
        <p:spPr>
          <a:xfrm>
            <a:off x="9186977" y="841248"/>
            <a:ext cx="75895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1" name="Shape 179"/>
          <p:cNvSpPr/>
          <p:nvPr/>
        </p:nvSpPr>
        <p:spPr>
          <a:xfrm>
            <a:off x="9261043" y="841248"/>
            <a:ext cx="75895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Shape 180"/>
          <p:cNvSpPr/>
          <p:nvPr/>
        </p:nvSpPr>
        <p:spPr>
          <a:xfrm>
            <a:off x="9335110" y="841248"/>
            <a:ext cx="75895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3" name="Shape 181"/>
          <p:cNvSpPr/>
          <p:nvPr/>
        </p:nvSpPr>
        <p:spPr>
          <a:xfrm>
            <a:off x="9409176" y="841248"/>
            <a:ext cx="75895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Shape 182"/>
          <p:cNvSpPr/>
          <p:nvPr/>
        </p:nvSpPr>
        <p:spPr>
          <a:xfrm>
            <a:off x="9483242" y="841248"/>
            <a:ext cx="75895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5" name="Shape 183"/>
          <p:cNvSpPr/>
          <p:nvPr/>
        </p:nvSpPr>
        <p:spPr>
          <a:xfrm>
            <a:off x="9557309" y="841248"/>
            <a:ext cx="75895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Shape 184"/>
          <p:cNvSpPr/>
          <p:nvPr/>
        </p:nvSpPr>
        <p:spPr>
          <a:xfrm>
            <a:off x="9631375" y="841248"/>
            <a:ext cx="75895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7" name="Shape 185"/>
          <p:cNvSpPr/>
          <p:nvPr/>
        </p:nvSpPr>
        <p:spPr>
          <a:xfrm>
            <a:off x="9705442" y="841248"/>
            <a:ext cx="75895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6"/>
          <p:cNvSpPr/>
          <p:nvPr/>
        </p:nvSpPr>
        <p:spPr>
          <a:xfrm>
            <a:off x="9779508" y="841248"/>
            <a:ext cx="75895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9" name="Shape 187"/>
          <p:cNvSpPr/>
          <p:nvPr/>
        </p:nvSpPr>
        <p:spPr>
          <a:xfrm>
            <a:off x="9853574" y="841248"/>
            <a:ext cx="75895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Shape 188"/>
          <p:cNvSpPr/>
          <p:nvPr/>
        </p:nvSpPr>
        <p:spPr>
          <a:xfrm>
            <a:off x="9927641" y="841248"/>
            <a:ext cx="75895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1" name="Shape 189"/>
          <p:cNvSpPr/>
          <p:nvPr/>
        </p:nvSpPr>
        <p:spPr>
          <a:xfrm>
            <a:off x="10001707" y="841248"/>
            <a:ext cx="75895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Shape 190"/>
          <p:cNvSpPr/>
          <p:nvPr/>
        </p:nvSpPr>
        <p:spPr>
          <a:xfrm>
            <a:off x="10075774" y="841248"/>
            <a:ext cx="75895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3" name="Shape 191"/>
          <p:cNvSpPr/>
          <p:nvPr/>
        </p:nvSpPr>
        <p:spPr>
          <a:xfrm>
            <a:off x="10149840" y="841248"/>
            <a:ext cx="75895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Shape 192"/>
          <p:cNvSpPr/>
          <p:nvPr/>
        </p:nvSpPr>
        <p:spPr>
          <a:xfrm>
            <a:off x="10223906" y="841248"/>
            <a:ext cx="75895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5" name="Shape 193"/>
          <p:cNvSpPr/>
          <p:nvPr/>
        </p:nvSpPr>
        <p:spPr>
          <a:xfrm>
            <a:off x="10297973" y="841248"/>
            <a:ext cx="75895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Shape 194"/>
          <p:cNvSpPr/>
          <p:nvPr/>
        </p:nvSpPr>
        <p:spPr>
          <a:xfrm>
            <a:off x="10372039" y="841248"/>
            <a:ext cx="75895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7" name="Shape 195"/>
          <p:cNvSpPr/>
          <p:nvPr/>
        </p:nvSpPr>
        <p:spPr>
          <a:xfrm>
            <a:off x="10446106" y="841248"/>
            <a:ext cx="75895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8" name="Shape 196"/>
          <p:cNvSpPr/>
          <p:nvPr/>
        </p:nvSpPr>
        <p:spPr>
          <a:xfrm>
            <a:off x="10520172" y="841248"/>
            <a:ext cx="75895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9" name="Shape 197"/>
          <p:cNvSpPr/>
          <p:nvPr/>
        </p:nvSpPr>
        <p:spPr>
          <a:xfrm>
            <a:off x="10594238" y="841248"/>
            <a:ext cx="75895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Shape 198"/>
          <p:cNvSpPr/>
          <p:nvPr/>
        </p:nvSpPr>
        <p:spPr>
          <a:xfrm>
            <a:off x="10668305" y="841248"/>
            <a:ext cx="75895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1" name="Shape 199"/>
          <p:cNvSpPr/>
          <p:nvPr/>
        </p:nvSpPr>
        <p:spPr>
          <a:xfrm>
            <a:off x="10742371" y="841248"/>
            <a:ext cx="75895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200"/>
          <p:cNvSpPr/>
          <p:nvPr/>
        </p:nvSpPr>
        <p:spPr>
          <a:xfrm>
            <a:off x="10816438" y="841248"/>
            <a:ext cx="75895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1"/>
          <p:cNvSpPr/>
          <p:nvPr/>
        </p:nvSpPr>
        <p:spPr>
          <a:xfrm>
            <a:off x="10890504" y="841248"/>
            <a:ext cx="75895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2"/>
          <p:cNvSpPr/>
          <p:nvPr/>
        </p:nvSpPr>
        <p:spPr>
          <a:xfrm>
            <a:off x="10964570" y="841248"/>
            <a:ext cx="75895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3"/>
          <p:cNvSpPr/>
          <p:nvPr/>
        </p:nvSpPr>
        <p:spPr>
          <a:xfrm>
            <a:off x="11038637" y="841248"/>
            <a:ext cx="75895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204"/>
          <p:cNvSpPr/>
          <p:nvPr/>
        </p:nvSpPr>
        <p:spPr>
          <a:xfrm>
            <a:off x="11112703" y="841248"/>
            <a:ext cx="75895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205"/>
          <p:cNvSpPr/>
          <p:nvPr/>
        </p:nvSpPr>
        <p:spPr>
          <a:xfrm>
            <a:off x="11186770" y="841248"/>
            <a:ext cx="75895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206"/>
          <p:cNvSpPr/>
          <p:nvPr/>
        </p:nvSpPr>
        <p:spPr>
          <a:xfrm>
            <a:off x="11260836" y="841248"/>
            <a:ext cx="75895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207"/>
          <p:cNvSpPr/>
          <p:nvPr/>
        </p:nvSpPr>
        <p:spPr>
          <a:xfrm>
            <a:off x="11334902" y="841248"/>
            <a:ext cx="75895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208"/>
          <p:cNvSpPr/>
          <p:nvPr/>
        </p:nvSpPr>
        <p:spPr>
          <a:xfrm>
            <a:off x="11408969" y="841248"/>
            <a:ext cx="75895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209"/>
          <p:cNvSpPr/>
          <p:nvPr/>
        </p:nvSpPr>
        <p:spPr>
          <a:xfrm>
            <a:off x="11483035" y="841248"/>
            <a:ext cx="75895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210"/>
          <p:cNvSpPr/>
          <p:nvPr/>
        </p:nvSpPr>
        <p:spPr>
          <a:xfrm>
            <a:off x="11557102" y="841248"/>
            <a:ext cx="75895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Text 211"/>
          <p:cNvSpPr/>
          <p:nvPr/>
        </p:nvSpPr>
        <p:spPr>
          <a:xfrm>
            <a:off x="8732520" y="9692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61C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365 Copilot</a:t>
            </a:r>
            <a:endParaRPr lang="en-US" sz="1000" dirty="0"/>
          </a:p>
        </p:txBody>
      </p:sp>
      <p:sp>
        <p:nvSpPr>
          <p:cNvPr id="214" name="Text 212"/>
          <p:cNvSpPr/>
          <p:nvPr/>
        </p:nvSpPr>
        <p:spPr>
          <a:xfrm>
            <a:off x="10561320" y="9692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Agent</a:t>
            </a:r>
            <a:endParaRPr lang="en-US" sz="1100" dirty="0"/>
          </a:p>
        </p:txBody>
      </p:sp>
      <p:sp>
        <p:nvSpPr>
          <p:cNvPr id="215" name="Text 213"/>
          <p:cNvSpPr/>
          <p:nvPr/>
        </p:nvSpPr>
        <p:spPr>
          <a:xfrm>
            <a:off x="8685886" y="1361578"/>
            <a:ext cx="2779776" cy="677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Explain setup &amp; Usage Platform  </a:t>
            </a:r>
          </a:p>
          <a:p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• Describe Tools</a:t>
            </a:r>
          </a:p>
          <a:p>
            <a:r>
              <a:rPr lang="en-US" sz="1100" dirty="0">
                <a:solidFill>
                  <a:srgbClr val="000000"/>
                </a:solidFill>
                <a:latin typeface="Segoe UI" pitchFamily="34" charset="0"/>
                <a:cs typeface="Segoe UI" pitchFamily="34" charset="-120"/>
              </a:rPr>
              <a:t>• Q&amp;A</a:t>
            </a:r>
          </a:p>
          <a:p>
            <a:endParaRPr lang="en-US" sz="1100" dirty="0">
              <a:solidFill>
                <a:srgbClr val="000000"/>
              </a:solidFill>
              <a:latin typeface="Segoe UI" pitchFamily="34" charset="0"/>
              <a:cs typeface="Segoe UI" pitchFamily="34" charset="-120"/>
            </a:endParaRPr>
          </a:p>
          <a:p>
            <a:r>
              <a:rPr lang="en-US" sz="1100" dirty="0">
                <a:hlinkClick r:id="rId3"/>
              </a:rPr>
              <a:t>ALZ-</a:t>
            </a:r>
            <a:r>
              <a:rPr lang="en-US" sz="1100" dirty="0" err="1">
                <a:hlinkClick r:id="rId3"/>
              </a:rPr>
              <a:t>Orchastrator</a:t>
            </a:r>
            <a:r>
              <a:rPr lang="en-US" sz="1100" dirty="0">
                <a:hlinkClick r:id="rId3"/>
              </a:rPr>
              <a:t>-Agent</a:t>
            </a:r>
            <a:endParaRPr lang="en-US" sz="1100" dirty="0">
              <a:solidFill>
                <a:srgbClr val="000000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216" name="Text 214"/>
          <p:cNvSpPr/>
          <p:nvPr/>
        </p:nvSpPr>
        <p:spPr>
          <a:xfrm>
            <a:off x="946404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B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✖ No Direct Azure Access</a:t>
            </a:r>
            <a:endParaRPr lang="en-US" sz="900" dirty="0"/>
          </a:p>
        </p:txBody>
      </p:sp>
      <p:sp>
        <p:nvSpPr>
          <p:cNvPr id="217" name="Shape 215"/>
          <p:cNvSpPr/>
          <p:nvPr/>
        </p:nvSpPr>
        <p:spPr>
          <a:xfrm>
            <a:off x="11201400" y="612648"/>
            <a:ext cx="457200" cy="457200"/>
          </a:xfrm>
          <a:prstGeom prst="ellipse">
            <a:avLst/>
          </a:prstGeom>
          <a:solidFill>
            <a:srgbClr val="8661C5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216"/>
          <p:cNvSpPr/>
          <p:nvPr/>
        </p:nvSpPr>
        <p:spPr>
          <a:xfrm>
            <a:off x="3794760" y="1572768"/>
            <a:ext cx="4617720" cy="960120"/>
          </a:xfrm>
          <a:prstGeom prst="roundRect">
            <a:avLst>
              <a:gd name="adj" fmla="val 11429"/>
            </a:avLst>
          </a:prstGeom>
          <a:solidFill>
            <a:srgbClr val="EFEAFF"/>
          </a:solidFill>
          <a:ln w="254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217"/>
          <p:cNvSpPr/>
          <p:nvPr/>
        </p:nvSpPr>
        <p:spPr>
          <a:xfrm>
            <a:off x="3867912" y="1572768"/>
            <a:ext cx="113614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18"/>
          <p:cNvSpPr/>
          <p:nvPr/>
        </p:nvSpPr>
        <p:spPr>
          <a:xfrm>
            <a:off x="3979697" y="1572768"/>
            <a:ext cx="113614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19"/>
          <p:cNvSpPr/>
          <p:nvPr/>
        </p:nvSpPr>
        <p:spPr>
          <a:xfrm>
            <a:off x="4091483" y="1572768"/>
            <a:ext cx="113614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0"/>
          <p:cNvSpPr/>
          <p:nvPr/>
        </p:nvSpPr>
        <p:spPr>
          <a:xfrm>
            <a:off x="4203268" y="1572768"/>
            <a:ext cx="113614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1"/>
          <p:cNvSpPr/>
          <p:nvPr/>
        </p:nvSpPr>
        <p:spPr>
          <a:xfrm>
            <a:off x="4315054" y="1572768"/>
            <a:ext cx="113614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2"/>
          <p:cNvSpPr/>
          <p:nvPr/>
        </p:nvSpPr>
        <p:spPr>
          <a:xfrm>
            <a:off x="4426839" y="1572768"/>
            <a:ext cx="113614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3"/>
          <p:cNvSpPr/>
          <p:nvPr/>
        </p:nvSpPr>
        <p:spPr>
          <a:xfrm>
            <a:off x="4538624" y="1572768"/>
            <a:ext cx="113614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4"/>
          <p:cNvSpPr/>
          <p:nvPr/>
        </p:nvSpPr>
        <p:spPr>
          <a:xfrm>
            <a:off x="4650410" y="1572768"/>
            <a:ext cx="113614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5"/>
          <p:cNvSpPr/>
          <p:nvPr/>
        </p:nvSpPr>
        <p:spPr>
          <a:xfrm>
            <a:off x="4762195" y="1572768"/>
            <a:ext cx="113614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6"/>
          <p:cNvSpPr/>
          <p:nvPr/>
        </p:nvSpPr>
        <p:spPr>
          <a:xfrm>
            <a:off x="4873981" y="1572768"/>
            <a:ext cx="113614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7"/>
          <p:cNvSpPr/>
          <p:nvPr/>
        </p:nvSpPr>
        <p:spPr>
          <a:xfrm>
            <a:off x="4985766" y="1572768"/>
            <a:ext cx="113614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28"/>
          <p:cNvSpPr/>
          <p:nvPr/>
        </p:nvSpPr>
        <p:spPr>
          <a:xfrm>
            <a:off x="5097551" y="1572768"/>
            <a:ext cx="113614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29"/>
          <p:cNvSpPr/>
          <p:nvPr/>
        </p:nvSpPr>
        <p:spPr>
          <a:xfrm>
            <a:off x="5209337" y="1572768"/>
            <a:ext cx="113614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0"/>
          <p:cNvSpPr/>
          <p:nvPr/>
        </p:nvSpPr>
        <p:spPr>
          <a:xfrm>
            <a:off x="5321122" y="1572768"/>
            <a:ext cx="113614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1"/>
          <p:cNvSpPr/>
          <p:nvPr/>
        </p:nvSpPr>
        <p:spPr>
          <a:xfrm>
            <a:off x="5432908" y="1572768"/>
            <a:ext cx="113614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2"/>
          <p:cNvSpPr/>
          <p:nvPr/>
        </p:nvSpPr>
        <p:spPr>
          <a:xfrm>
            <a:off x="5544693" y="1572768"/>
            <a:ext cx="113614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3"/>
          <p:cNvSpPr/>
          <p:nvPr/>
        </p:nvSpPr>
        <p:spPr>
          <a:xfrm>
            <a:off x="5656478" y="1572768"/>
            <a:ext cx="113614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4"/>
          <p:cNvSpPr/>
          <p:nvPr/>
        </p:nvSpPr>
        <p:spPr>
          <a:xfrm>
            <a:off x="5768264" y="1572768"/>
            <a:ext cx="113614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5"/>
          <p:cNvSpPr/>
          <p:nvPr/>
        </p:nvSpPr>
        <p:spPr>
          <a:xfrm>
            <a:off x="5880049" y="1572768"/>
            <a:ext cx="113614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6"/>
          <p:cNvSpPr/>
          <p:nvPr/>
        </p:nvSpPr>
        <p:spPr>
          <a:xfrm>
            <a:off x="5991835" y="1572768"/>
            <a:ext cx="113614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Shape 237"/>
          <p:cNvSpPr/>
          <p:nvPr/>
        </p:nvSpPr>
        <p:spPr>
          <a:xfrm>
            <a:off x="6103620" y="1572768"/>
            <a:ext cx="113614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0" name="Shape 238"/>
          <p:cNvSpPr/>
          <p:nvPr/>
        </p:nvSpPr>
        <p:spPr>
          <a:xfrm>
            <a:off x="6215405" y="1572768"/>
            <a:ext cx="113614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239"/>
          <p:cNvSpPr/>
          <p:nvPr/>
        </p:nvSpPr>
        <p:spPr>
          <a:xfrm>
            <a:off x="6327191" y="1572768"/>
            <a:ext cx="113614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2" name="Shape 240"/>
          <p:cNvSpPr/>
          <p:nvPr/>
        </p:nvSpPr>
        <p:spPr>
          <a:xfrm>
            <a:off x="6438976" y="1572768"/>
            <a:ext cx="113614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Shape 241"/>
          <p:cNvSpPr/>
          <p:nvPr/>
        </p:nvSpPr>
        <p:spPr>
          <a:xfrm>
            <a:off x="6550762" y="1572768"/>
            <a:ext cx="113614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4" name="Shape 242"/>
          <p:cNvSpPr/>
          <p:nvPr/>
        </p:nvSpPr>
        <p:spPr>
          <a:xfrm>
            <a:off x="6662547" y="1572768"/>
            <a:ext cx="113614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5" name="Shape 243"/>
          <p:cNvSpPr/>
          <p:nvPr/>
        </p:nvSpPr>
        <p:spPr>
          <a:xfrm>
            <a:off x="6774332" y="1572768"/>
            <a:ext cx="113614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6" name="Shape 244"/>
          <p:cNvSpPr/>
          <p:nvPr/>
        </p:nvSpPr>
        <p:spPr>
          <a:xfrm>
            <a:off x="6886118" y="1572768"/>
            <a:ext cx="113614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Shape 245"/>
          <p:cNvSpPr/>
          <p:nvPr/>
        </p:nvSpPr>
        <p:spPr>
          <a:xfrm>
            <a:off x="6997903" y="1572768"/>
            <a:ext cx="113614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8" name="Shape 246"/>
          <p:cNvSpPr/>
          <p:nvPr/>
        </p:nvSpPr>
        <p:spPr>
          <a:xfrm>
            <a:off x="7109689" y="1572768"/>
            <a:ext cx="113614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Shape 247"/>
          <p:cNvSpPr/>
          <p:nvPr/>
        </p:nvSpPr>
        <p:spPr>
          <a:xfrm>
            <a:off x="7221474" y="1572768"/>
            <a:ext cx="113614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0" name="Shape 248"/>
          <p:cNvSpPr/>
          <p:nvPr/>
        </p:nvSpPr>
        <p:spPr>
          <a:xfrm>
            <a:off x="7333259" y="1572768"/>
            <a:ext cx="113614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1" name="Shape 249"/>
          <p:cNvSpPr/>
          <p:nvPr/>
        </p:nvSpPr>
        <p:spPr>
          <a:xfrm>
            <a:off x="7445045" y="1572768"/>
            <a:ext cx="113614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Shape 250"/>
          <p:cNvSpPr/>
          <p:nvPr/>
        </p:nvSpPr>
        <p:spPr>
          <a:xfrm>
            <a:off x="7556830" y="1572768"/>
            <a:ext cx="113614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Shape 251"/>
          <p:cNvSpPr/>
          <p:nvPr/>
        </p:nvSpPr>
        <p:spPr>
          <a:xfrm>
            <a:off x="7668616" y="1572768"/>
            <a:ext cx="113614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Shape 252"/>
          <p:cNvSpPr/>
          <p:nvPr/>
        </p:nvSpPr>
        <p:spPr>
          <a:xfrm>
            <a:off x="7780401" y="1572768"/>
            <a:ext cx="113614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3"/>
          <p:cNvSpPr/>
          <p:nvPr/>
        </p:nvSpPr>
        <p:spPr>
          <a:xfrm>
            <a:off x="7892186" y="1572768"/>
            <a:ext cx="113614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Shape 254"/>
          <p:cNvSpPr/>
          <p:nvPr/>
        </p:nvSpPr>
        <p:spPr>
          <a:xfrm>
            <a:off x="8003972" y="1572768"/>
            <a:ext cx="113614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7" name="Shape 255"/>
          <p:cNvSpPr/>
          <p:nvPr/>
        </p:nvSpPr>
        <p:spPr>
          <a:xfrm>
            <a:off x="8115757" y="1572768"/>
            <a:ext cx="113614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Shape 256"/>
          <p:cNvSpPr/>
          <p:nvPr/>
        </p:nvSpPr>
        <p:spPr>
          <a:xfrm>
            <a:off x="8227543" y="1572768"/>
            <a:ext cx="11361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7"/>
          <p:cNvSpPr/>
          <p:nvPr/>
        </p:nvSpPr>
        <p:spPr>
          <a:xfrm>
            <a:off x="3959352" y="1700784"/>
            <a:ext cx="1892808" cy="274320"/>
          </a:xfrm>
          <a:prstGeom prst="roundRect">
            <a:avLst>
              <a:gd name="adj" fmla="val 50000"/>
            </a:avLst>
          </a:prstGeom>
          <a:solidFill>
            <a:srgbClr val="8661C5"/>
          </a:solidFill>
          <a:ln w="12700">
            <a:solidFill>
              <a:srgbClr val="86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258"/>
          <p:cNvSpPr/>
          <p:nvPr/>
        </p:nvSpPr>
        <p:spPr>
          <a:xfrm>
            <a:off x="3959352" y="1700784"/>
            <a:ext cx="189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COPILOT SDK</a:t>
            </a:r>
            <a:endParaRPr lang="en-US" sz="1000" dirty="0"/>
          </a:p>
        </p:txBody>
      </p:sp>
      <p:sp>
        <p:nvSpPr>
          <p:cNvPr id="261" name="Text 259"/>
          <p:cNvSpPr/>
          <p:nvPr/>
        </p:nvSpPr>
        <p:spPr>
          <a:xfrm>
            <a:off x="5934684" y="1664208"/>
            <a:ext cx="24658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GitHub Copilot SDK Orchestrator</a:t>
            </a:r>
            <a:endParaRPr lang="en-US" sz="1200" dirty="0"/>
          </a:p>
        </p:txBody>
      </p:sp>
      <p:sp>
        <p:nvSpPr>
          <p:cNvPr id="262" name="Text 260"/>
          <p:cNvSpPr/>
          <p:nvPr/>
        </p:nvSpPr>
        <p:spPr>
          <a:xfrm>
            <a:off x="3927347" y="2039112"/>
            <a:ext cx="4413809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Intent Router     • Guardrailed Tool Calls    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Multi‑Turn Workshop Orchestration</a:t>
            </a:r>
            <a:endParaRPr lang="en-US" sz="1100" dirty="0"/>
          </a:p>
        </p:txBody>
      </p:sp>
      <p:sp>
        <p:nvSpPr>
          <p:cNvPr id="263" name="Text 261"/>
          <p:cNvSpPr/>
          <p:nvPr/>
        </p:nvSpPr>
        <p:spPr>
          <a:xfrm>
            <a:off x="6195060" y="233172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3BC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✖ No Direct Azure Access</a:t>
            </a:r>
            <a:endParaRPr lang="en-US" sz="900" dirty="0"/>
          </a:p>
        </p:txBody>
      </p:sp>
      <p:sp>
        <p:nvSpPr>
          <p:cNvPr id="264" name="Shape 262"/>
          <p:cNvSpPr/>
          <p:nvPr/>
        </p:nvSpPr>
        <p:spPr>
          <a:xfrm>
            <a:off x="502920" y="2715768"/>
            <a:ext cx="14184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5" name="Shape 263"/>
          <p:cNvSpPr/>
          <p:nvPr/>
        </p:nvSpPr>
        <p:spPr>
          <a:xfrm>
            <a:off x="642938" y="2715768"/>
            <a:ext cx="141846" cy="54864"/>
          </a:xfrm>
          <a:prstGeom prst="rect">
            <a:avLst/>
          </a:prstGeom>
          <a:solidFill>
            <a:srgbClr val="BF3CC4"/>
          </a:solidFill>
          <a:ln w="12700">
            <a:solidFill>
              <a:srgbClr val="BF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6" name="Shape 264"/>
          <p:cNvSpPr/>
          <p:nvPr/>
        </p:nvSpPr>
        <p:spPr>
          <a:xfrm>
            <a:off x="782955" y="2715768"/>
            <a:ext cx="14184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5"/>
          <p:cNvSpPr/>
          <p:nvPr/>
        </p:nvSpPr>
        <p:spPr>
          <a:xfrm>
            <a:off x="922973" y="2715768"/>
            <a:ext cx="141846" cy="54864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Shape 266"/>
          <p:cNvSpPr/>
          <p:nvPr/>
        </p:nvSpPr>
        <p:spPr>
          <a:xfrm>
            <a:off x="1062990" y="2715768"/>
            <a:ext cx="14184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9" name="Shape 267"/>
          <p:cNvSpPr/>
          <p:nvPr/>
        </p:nvSpPr>
        <p:spPr>
          <a:xfrm>
            <a:off x="1203008" y="2715768"/>
            <a:ext cx="141846" cy="54864"/>
          </a:xfrm>
          <a:prstGeom prst="rect">
            <a:avLst/>
          </a:prstGeom>
          <a:solidFill>
            <a:srgbClr val="B940C4"/>
          </a:solidFill>
          <a:ln w="12700">
            <a:solidFill>
              <a:srgbClr val="B9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0" name="Shape 268"/>
          <p:cNvSpPr/>
          <p:nvPr/>
        </p:nvSpPr>
        <p:spPr>
          <a:xfrm>
            <a:off x="1343025" y="2715768"/>
            <a:ext cx="14184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69"/>
          <p:cNvSpPr/>
          <p:nvPr/>
        </p:nvSpPr>
        <p:spPr>
          <a:xfrm>
            <a:off x="1483043" y="2715768"/>
            <a:ext cx="141846" cy="54864"/>
          </a:xfrm>
          <a:prstGeom prst="rect">
            <a:avLst/>
          </a:prstGeom>
          <a:solidFill>
            <a:srgbClr val="B642C4"/>
          </a:solidFill>
          <a:ln w="12700">
            <a:solidFill>
              <a:srgbClr val="B64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Shape 270"/>
          <p:cNvSpPr/>
          <p:nvPr/>
        </p:nvSpPr>
        <p:spPr>
          <a:xfrm>
            <a:off x="1623060" y="2715768"/>
            <a:ext cx="14184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Shape 271"/>
          <p:cNvSpPr/>
          <p:nvPr/>
        </p:nvSpPr>
        <p:spPr>
          <a:xfrm>
            <a:off x="1763078" y="2715768"/>
            <a:ext cx="141846" cy="54864"/>
          </a:xfrm>
          <a:prstGeom prst="rect">
            <a:avLst/>
          </a:prstGeom>
          <a:solidFill>
            <a:srgbClr val="B344C4"/>
          </a:solidFill>
          <a:ln w="12700">
            <a:solidFill>
              <a:srgbClr val="B3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4" name="Shape 272"/>
          <p:cNvSpPr/>
          <p:nvPr/>
        </p:nvSpPr>
        <p:spPr>
          <a:xfrm>
            <a:off x="1903095" y="2715768"/>
            <a:ext cx="14184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3"/>
          <p:cNvSpPr/>
          <p:nvPr/>
        </p:nvSpPr>
        <p:spPr>
          <a:xfrm>
            <a:off x="2043113" y="2715768"/>
            <a:ext cx="141846" cy="54864"/>
          </a:xfrm>
          <a:prstGeom prst="rect">
            <a:avLst/>
          </a:prstGeom>
          <a:solidFill>
            <a:srgbClr val="B046C4"/>
          </a:solidFill>
          <a:ln w="12700">
            <a:solidFill>
              <a:srgbClr val="B04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4"/>
          <p:cNvSpPr/>
          <p:nvPr/>
        </p:nvSpPr>
        <p:spPr>
          <a:xfrm>
            <a:off x="2183130" y="2715768"/>
            <a:ext cx="14184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Shape 275"/>
          <p:cNvSpPr/>
          <p:nvPr/>
        </p:nvSpPr>
        <p:spPr>
          <a:xfrm>
            <a:off x="2323148" y="2715768"/>
            <a:ext cx="141846" cy="54864"/>
          </a:xfrm>
          <a:prstGeom prst="rect">
            <a:avLst/>
          </a:prstGeom>
          <a:solidFill>
            <a:srgbClr val="AD48C4"/>
          </a:solidFill>
          <a:ln w="12700">
            <a:solidFill>
              <a:srgbClr val="AD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Shape 276"/>
          <p:cNvSpPr/>
          <p:nvPr/>
        </p:nvSpPr>
        <p:spPr>
          <a:xfrm>
            <a:off x="2463165" y="2715768"/>
            <a:ext cx="141846" cy="54864"/>
          </a:xfrm>
          <a:prstGeom prst="rect">
            <a:avLst/>
          </a:prstGeom>
          <a:solidFill>
            <a:srgbClr val="AB48C4"/>
          </a:solidFill>
          <a:ln w="12700">
            <a:solidFill>
              <a:srgbClr val="AB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Shape 277"/>
          <p:cNvSpPr/>
          <p:nvPr/>
        </p:nvSpPr>
        <p:spPr>
          <a:xfrm>
            <a:off x="2603183" y="2715768"/>
            <a:ext cx="141846" cy="54864"/>
          </a:xfrm>
          <a:prstGeom prst="rect">
            <a:avLst/>
          </a:prstGeom>
          <a:solidFill>
            <a:srgbClr val="AA49C4"/>
          </a:solidFill>
          <a:ln w="12700">
            <a:solidFill>
              <a:srgbClr val="AA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Shape 278"/>
          <p:cNvSpPr/>
          <p:nvPr/>
        </p:nvSpPr>
        <p:spPr>
          <a:xfrm>
            <a:off x="2743200" y="2715768"/>
            <a:ext cx="141846" cy="54864"/>
          </a:xfrm>
          <a:prstGeom prst="rect">
            <a:avLst/>
          </a:prstGeom>
          <a:solidFill>
            <a:srgbClr val="A94AC4"/>
          </a:solidFill>
          <a:ln w="12700">
            <a:solidFill>
              <a:srgbClr val="A9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79"/>
          <p:cNvSpPr/>
          <p:nvPr/>
        </p:nvSpPr>
        <p:spPr>
          <a:xfrm>
            <a:off x="2883218" y="2715768"/>
            <a:ext cx="141846" cy="54864"/>
          </a:xfrm>
          <a:prstGeom prst="rect">
            <a:avLst/>
          </a:prstGeom>
          <a:solidFill>
            <a:srgbClr val="A74BC4"/>
          </a:solidFill>
          <a:ln w="12700">
            <a:solidFill>
              <a:srgbClr val="A7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0"/>
          <p:cNvSpPr/>
          <p:nvPr/>
        </p:nvSpPr>
        <p:spPr>
          <a:xfrm>
            <a:off x="3023235" y="2715768"/>
            <a:ext cx="141846" cy="54864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Shape 281"/>
          <p:cNvSpPr/>
          <p:nvPr/>
        </p:nvSpPr>
        <p:spPr>
          <a:xfrm>
            <a:off x="3163253" y="2715768"/>
            <a:ext cx="141846" cy="54864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Shape 282"/>
          <p:cNvSpPr/>
          <p:nvPr/>
        </p:nvSpPr>
        <p:spPr>
          <a:xfrm>
            <a:off x="3303270" y="2715768"/>
            <a:ext cx="141846" cy="54864"/>
          </a:xfrm>
          <a:prstGeom prst="rect">
            <a:avLst/>
          </a:prstGeom>
          <a:solidFill>
            <a:srgbClr val="A34EC5"/>
          </a:solidFill>
          <a:ln w="12700">
            <a:solidFill>
              <a:srgbClr val="A3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Shape 283"/>
          <p:cNvSpPr/>
          <p:nvPr/>
        </p:nvSpPr>
        <p:spPr>
          <a:xfrm>
            <a:off x="3443288" y="2715768"/>
            <a:ext cx="141846" cy="54864"/>
          </a:xfrm>
          <a:prstGeom prst="rect">
            <a:avLst/>
          </a:prstGeom>
          <a:solidFill>
            <a:srgbClr val="A14FC5"/>
          </a:solidFill>
          <a:ln w="12700">
            <a:solidFill>
              <a:srgbClr val="A14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Shape 284"/>
          <p:cNvSpPr/>
          <p:nvPr/>
        </p:nvSpPr>
        <p:spPr>
          <a:xfrm>
            <a:off x="3583305" y="2715768"/>
            <a:ext cx="141846" cy="54864"/>
          </a:xfrm>
          <a:prstGeom prst="rect">
            <a:avLst/>
          </a:prstGeom>
          <a:solidFill>
            <a:srgbClr val="A050C5"/>
          </a:solidFill>
          <a:ln w="12700">
            <a:solidFill>
              <a:srgbClr val="A0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5"/>
          <p:cNvSpPr/>
          <p:nvPr/>
        </p:nvSpPr>
        <p:spPr>
          <a:xfrm>
            <a:off x="3723323" y="2715768"/>
            <a:ext cx="141846" cy="54864"/>
          </a:xfrm>
          <a:prstGeom prst="rect">
            <a:avLst/>
          </a:prstGeom>
          <a:solidFill>
            <a:srgbClr val="9E51C5"/>
          </a:solidFill>
          <a:ln w="12700">
            <a:solidFill>
              <a:srgbClr val="9E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6"/>
          <p:cNvSpPr/>
          <p:nvPr/>
        </p:nvSpPr>
        <p:spPr>
          <a:xfrm>
            <a:off x="3863340" y="2715768"/>
            <a:ext cx="141846" cy="54864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Shape 287"/>
          <p:cNvSpPr/>
          <p:nvPr/>
        </p:nvSpPr>
        <p:spPr>
          <a:xfrm>
            <a:off x="4003358" y="2715768"/>
            <a:ext cx="141846" cy="54864"/>
          </a:xfrm>
          <a:prstGeom prst="rect">
            <a:avLst/>
          </a:prstGeom>
          <a:solidFill>
            <a:srgbClr val="9B53C5"/>
          </a:solidFill>
          <a:ln w="12700">
            <a:solidFill>
              <a:srgbClr val="9B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Shape 288"/>
          <p:cNvSpPr/>
          <p:nvPr/>
        </p:nvSpPr>
        <p:spPr>
          <a:xfrm>
            <a:off x="4143375" y="2715768"/>
            <a:ext cx="141846" cy="54864"/>
          </a:xfrm>
          <a:prstGeom prst="rect">
            <a:avLst/>
          </a:prstGeom>
          <a:solidFill>
            <a:srgbClr val="9A54C5"/>
          </a:solidFill>
          <a:ln w="12700">
            <a:solidFill>
              <a:srgbClr val="9A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1" name="Shape 289"/>
          <p:cNvSpPr/>
          <p:nvPr/>
        </p:nvSpPr>
        <p:spPr>
          <a:xfrm>
            <a:off x="4283393" y="2715768"/>
            <a:ext cx="141846" cy="54864"/>
          </a:xfrm>
          <a:prstGeom prst="rect">
            <a:avLst/>
          </a:prstGeom>
          <a:solidFill>
            <a:srgbClr val="9855C5"/>
          </a:solidFill>
          <a:ln w="12700">
            <a:solidFill>
              <a:srgbClr val="98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Shape 290"/>
          <p:cNvSpPr/>
          <p:nvPr/>
        </p:nvSpPr>
        <p:spPr>
          <a:xfrm>
            <a:off x="4423410" y="2715768"/>
            <a:ext cx="141846" cy="54864"/>
          </a:xfrm>
          <a:prstGeom prst="rect">
            <a:avLst/>
          </a:prstGeom>
          <a:solidFill>
            <a:srgbClr val="9756C5"/>
          </a:solidFill>
          <a:ln w="12700">
            <a:solidFill>
              <a:srgbClr val="97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3" name="Shape 291"/>
          <p:cNvSpPr/>
          <p:nvPr/>
        </p:nvSpPr>
        <p:spPr>
          <a:xfrm>
            <a:off x="4563428" y="2715768"/>
            <a:ext cx="141846" cy="54864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Shape 292"/>
          <p:cNvSpPr/>
          <p:nvPr/>
        </p:nvSpPr>
        <p:spPr>
          <a:xfrm>
            <a:off x="4703445" y="2715768"/>
            <a:ext cx="141846" cy="54864"/>
          </a:xfrm>
          <a:prstGeom prst="rect">
            <a:avLst/>
          </a:prstGeom>
          <a:solidFill>
            <a:srgbClr val="9458C5"/>
          </a:solidFill>
          <a:ln w="12700">
            <a:solidFill>
              <a:srgbClr val="94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5" name="Shape 293"/>
          <p:cNvSpPr/>
          <p:nvPr/>
        </p:nvSpPr>
        <p:spPr>
          <a:xfrm>
            <a:off x="4843463" y="2715768"/>
            <a:ext cx="141846" cy="54864"/>
          </a:xfrm>
          <a:prstGeom prst="rect">
            <a:avLst/>
          </a:prstGeom>
          <a:solidFill>
            <a:srgbClr val="9259C5"/>
          </a:solidFill>
          <a:ln w="12700">
            <a:solidFill>
              <a:srgbClr val="92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hape 294"/>
          <p:cNvSpPr/>
          <p:nvPr/>
        </p:nvSpPr>
        <p:spPr>
          <a:xfrm>
            <a:off x="4983480" y="2715768"/>
            <a:ext cx="141846" cy="54864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7" name="Shape 295"/>
          <p:cNvSpPr/>
          <p:nvPr/>
        </p:nvSpPr>
        <p:spPr>
          <a:xfrm>
            <a:off x="5123498" y="2715768"/>
            <a:ext cx="141846" cy="54864"/>
          </a:xfrm>
          <a:prstGeom prst="rect">
            <a:avLst/>
          </a:prstGeom>
          <a:solidFill>
            <a:srgbClr val="905BC5"/>
          </a:solidFill>
          <a:ln w="12700">
            <a:solidFill>
              <a:srgbClr val="90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Shape 296"/>
          <p:cNvSpPr/>
          <p:nvPr/>
        </p:nvSpPr>
        <p:spPr>
          <a:xfrm>
            <a:off x="5263515" y="2715768"/>
            <a:ext cx="141846" cy="54864"/>
          </a:xfrm>
          <a:prstGeom prst="rect">
            <a:avLst/>
          </a:prstGeom>
          <a:solidFill>
            <a:srgbClr val="8E5CC5"/>
          </a:solidFill>
          <a:ln w="12700">
            <a:solidFill>
              <a:srgbClr val="8E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9" name="Shape 297"/>
          <p:cNvSpPr/>
          <p:nvPr/>
        </p:nvSpPr>
        <p:spPr>
          <a:xfrm>
            <a:off x="5403533" y="2715768"/>
            <a:ext cx="141846" cy="54864"/>
          </a:xfrm>
          <a:prstGeom prst="rect">
            <a:avLst/>
          </a:prstGeom>
          <a:solidFill>
            <a:srgbClr val="8D5DC5"/>
          </a:solidFill>
          <a:ln w="12700">
            <a:solidFill>
              <a:srgbClr val="8D5D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hape 298"/>
          <p:cNvSpPr/>
          <p:nvPr/>
        </p:nvSpPr>
        <p:spPr>
          <a:xfrm>
            <a:off x="5543550" y="2715768"/>
            <a:ext cx="141846" cy="54864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1" name="Shape 299"/>
          <p:cNvSpPr/>
          <p:nvPr/>
        </p:nvSpPr>
        <p:spPr>
          <a:xfrm>
            <a:off x="5683568" y="2715768"/>
            <a:ext cx="141846" cy="54864"/>
          </a:xfrm>
          <a:prstGeom prst="rect">
            <a:avLst/>
          </a:prstGeom>
          <a:solidFill>
            <a:srgbClr val="8A5FC5"/>
          </a:solidFill>
          <a:ln w="12700">
            <a:solidFill>
              <a:srgbClr val="8A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2" name="Shape 300"/>
          <p:cNvSpPr/>
          <p:nvPr/>
        </p:nvSpPr>
        <p:spPr>
          <a:xfrm>
            <a:off x="5823585" y="2715768"/>
            <a:ext cx="141846" cy="54864"/>
          </a:xfrm>
          <a:prstGeom prst="rect">
            <a:avLst/>
          </a:prstGeom>
          <a:solidFill>
            <a:srgbClr val="8860C5"/>
          </a:solidFill>
          <a:ln w="12700">
            <a:solidFill>
              <a:srgbClr val="88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3" name="Shape 301"/>
          <p:cNvSpPr/>
          <p:nvPr/>
        </p:nvSpPr>
        <p:spPr>
          <a:xfrm>
            <a:off x="5963603" y="2715768"/>
            <a:ext cx="141846" cy="54864"/>
          </a:xfrm>
          <a:prstGeom prst="rect">
            <a:avLst/>
          </a:prstGeom>
          <a:solidFill>
            <a:srgbClr val="8761C5"/>
          </a:solidFill>
          <a:ln w="12700">
            <a:solidFill>
              <a:srgbClr val="87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hape 302"/>
          <p:cNvSpPr/>
          <p:nvPr/>
        </p:nvSpPr>
        <p:spPr>
          <a:xfrm>
            <a:off x="6103620" y="2715768"/>
            <a:ext cx="141846" cy="54864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5" name="Shape 303"/>
          <p:cNvSpPr/>
          <p:nvPr/>
        </p:nvSpPr>
        <p:spPr>
          <a:xfrm>
            <a:off x="6243638" y="2715768"/>
            <a:ext cx="141846" cy="54864"/>
          </a:xfrm>
          <a:prstGeom prst="rect">
            <a:avLst/>
          </a:prstGeom>
          <a:solidFill>
            <a:srgbClr val="8162C6"/>
          </a:solidFill>
          <a:ln w="12700">
            <a:solidFill>
              <a:srgbClr val="81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6" name="Shape 304"/>
          <p:cNvSpPr/>
          <p:nvPr/>
        </p:nvSpPr>
        <p:spPr>
          <a:xfrm>
            <a:off x="6383655" y="2715768"/>
            <a:ext cx="141846" cy="54864"/>
          </a:xfrm>
          <a:prstGeom prst="rect">
            <a:avLst/>
          </a:prstGeom>
          <a:solidFill>
            <a:srgbClr val="7E62C6"/>
          </a:solidFill>
          <a:ln w="12700">
            <a:solidFill>
              <a:srgbClr val="7E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7" name="Shape 305"/>
          <p:cNvSpPr/>
          <p:nvPr/>
        </p:nvSpPr>
        <p:spPr>
          <a:xfrm>
            <a:off x="6523673" y="2715768"/>
            <a:ext cx="141846" cy="54864"/>
          </a:xfrm>
          <a:prstGeom prst="rect">
            <a:avLst/>
          </a:prstGeom>
          <a:solidFill>
            <a:srgbClr val="7A63C6"/>
          </a:solidFill>
          <a:ln w="12700">
            <a:solidFill>
              <a:srgbClr val="7A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8" name="Shape 306"/>
          <p:cNvSpPr/>
          <p:nvPr/>
        </p:nvSpPr>
        <p:spPr>
          <a:xfrm>
            <a:off x="6663690" y="2715768"/>
            <a:ext cx="141846" cy="54864"/>
          </a:xfrm>
          <a:prstGeom prst="rect">
            <a:avLst/>
          </a:prstGeom>
          <a:solidFill>
            <a:srgbClr val="7764C7"/>
          </a:solidFill>
          <a:ln w="12700">
            <a:solidFill>
              <a:srgbClr val="77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9" name="Shape 307"/>
          <p:cNvSpPr/>
          <p:nvPr/>
        </p:nvSpPr>
        <p:spPr>
          <a:xfrm>
            <a:off x="6803708" y="2715768"/>
            <a:ext cx="141846" cy="54864"/>
          </a:xfrm>
          <a:prstGeom prst="rect">
            <a:avLst/>
          </a:prstGeom>
          <a:solidFill>
            <a:srgbClr val="7364C7"/>
          </a:solidFill>
          <a:ln w="12700">
            <a:solidFill>
              <a:srgbClr val="73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0" name="Shape 308"/>
          <p:cNvSpPr/>
          <p:nvPr/>
        </p:nvSpPr>
        <p:spPr>
          <a:xfrm>
            <a:off x="6943725" y="2715768"/>
            <a:ext cx="141846" cy="54864"/>
          </a:xfrm>
          <a:prstGeom prst="rect">
            <a:avLst/>
          </a:prstGeom>
          <a:solidFill>
            <a:srgbClr val="7065C7"/>
          </a:solidFill>
          <a:ln w="12700">
            <a:solidFill>
              <a:srgbClr val="706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1" name="Shape 309"/>
          <p:cNvSpPr/>
          <p:nvPr/>
        </p:nvSpPr>
        <p:spPr>
          <a:xfrm>
            <a:off x="7083743" y="2715768"/>
            <a:ext cx="141846" cy="54864"/>
          </a:xfrm>
          <a:prstGeom prst="rect">
            <a:avLst/>
          </a:prstGeom>
          <a:solidFill>
            <a:srgbClr val="6D65C8"/>
          </a:solidFill>
          <a:ln w="12700">
            <a:solidFill>
              <a:srgbClr val="6D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2" name="Shape 310"/>
          <p:cNvSpPr/>
          <p:nvPr/>
        </p:nvSpPr>
        <p:spPr>
          <a:xfrm>
            <a:off x="7223760" y="2715768"/>
            <a:ext cx="141846" cy="54864"/>
          </a:xfrm>
          <a:prstGeom prst="rect">
            <a:avLst/>
          </a:prstGeom>
          <a:solidFill>
            <a:srgbClr val="6966C8"/>
          </a:solidFill>
          <a:ln w="12700">
            <a:solidFill>
              <a:srgbClr val="69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3" name="Shape 311"/>
          <p:cNvSpPr/>
          <p:nvPr/>
        </p:nvSpPr>
        <p:spPr>
          <a:xfrm>
            <a:off x="7363778" y="2715768"/>
            <a:ext cx="141846" cy="54864"/>
          </a:xfrm>
          <a:prstGeom prst="rect">
            <a:avLst/>
          </a:prstGeom>
          <a:solidFill>
            <a:srgbClr val="6667C9"/>
          </a:solidFill>
          <a:ln w="12700">
            <a:solidFill>
              <a:srgbClr val="66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4" name="Shape 312"/>
          <p:cNvSpPr/>
          <p:nvPr/>
        </p:nvSpPr>
        <p:spPr>
          <a:xfrm>
            <a:off x="7503795" y="2715768"/>
            <a:ext cx="141846" cy="54864"/>
          </a:xfrm>
          <a:prstGeom prst="rect">
            <a:avLst/>
          </a:prstGeom>
          <a:solidFill>
            <a:srgbClr val="6267C9"/>
          </a:solidFill>
          <a:ln w="12700">
            <a:solidFill>
              <a:srgbClr val="62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5" name="Shape 313"/>
          <p:cNvSpPr/>
          <p:nvPr/>
        </p:nvSpPr>
        <p:spPr>
          <a:xfrm>
            <a:off x="7643813" y="2715768"/>
            <a:ext cx="141846" cy="54864"/>
          </a:xfrm>
          <a:prstGeom prst="rect">
            <a:avLst/>
          </a:prstGeom>
          <a:solidFill>
            <a:srgbClr val="5F68C9"/>
          </a:solidFill>
          <a:ln w="12700">
            <a:solidFill>
              <a:srgbClr val="5F6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6" name="Shape 314"/>
          <p:cNvSpPr/>
          <p:nvPr/>
        </p:nvSpPr>
        <p:spPr>
          <a:xfrm>
            <a:off x="7783830" y="2715768"/>
            <a:ext cx="141846" cy="54864"/>
          </a:xfrm>
          <a:prstGeom prst="rect">
            <a:avLst/>
          </a:prstGeom>
          <a:solidFill>
            <a:srgbClr val="5C68CA"/>
          </a:solidFill>
          <a:ln w="12700">
            <a:solidFill>
              <a:srgbClr val="5C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7" name="Shape 315"/>
          <p:cNvSpPr/>
          <p:nvPr/>
        </p:nvSpPr>
        <p:spPr>
          <a:xfrm>
            <a:off x="7923848" y="2715768"/>
            <a:ext cx="141846" cy="54864"/>
          </a:xfrm>
          <a:prstGeom prst="rect">
            <a:avLst/>
          </a:prstGeom>
          <a:solidFill>
            <a:srgbClr val="5869CA"/>
          </a:solidFill>
          <a:ln w="12700">
            <a:solidFill>
              <a:srgbClr val="58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8" name="Shape 316"/>
          <p:cNvSpPr/>
          <p:nvPr/>
        </p:nvSpPr>
        <p:spPr>
          <a:xfrm>
            <a:off x="8063865" y="2715768"/>
            <a:ext cx="141846" cy="54864"/>
          </a:xfrm>
          <a:prstGeom prst="rect">
            <a:avLst/>
          </a:prstGeom>
          <a:solidFill>
            <a:srgbClr val="5569CB"/>
          </a:solidFill>
          <a:ln w="12700">
            <a:solidFill>
              <a:srgbClr val="5569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9" name="Shape 317"/>
          <p:cNvSpPr/>
          <p:nvPr/>
        </p:nvSpPr>
        <p:spPr>
          <a:xfrm>
            <a:off x="8203883" y="2715768"/>
            <a:ext cx="141846" cy="54864"/>
          </a:xfrm>
          <a:prstGeom prst="rect">
            <a:avLst/>
          </a:prstGeom>
          <a:solidFill>
            <a:srgbClr val="516ACB"/>
          </a:solidFill>
          <a:ln w="12700">
            <a:solidFill>
              <a:srgbClr val="51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0" name="Shape 318"/>
          <p:cNvSpPr/>
          <p:nvPr/>
        </p:nvSpPr>
        <p:spPr>
          <a:xfrm>
            <a:off x="8343900" y="2715768"/>
            <a:ext cx="141846" cy="54864"/>
          </a:xfrm>
          <a:prstGeom prst="rect">
            <a:avLst/>
          </a:prstGeom>
          <a:solidFill>
            <a:srgbClr val="4E6BCB"/>
          </a:solidFill>
          <a:ln w="12700">
            <a:solidFill>
              <a:srgbClr val="4E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1" name="Shape 319"/>
          <p:cNvSpPr/>
          <p:nvPr/>
        </p:nvSpPr>
        <p:spPr>
          <a:xfrm>
            <a:off x="8483918" y="2715768"/>
            <a:ext cx="141846" cy="54864"/>
          </a:xfrm>
          <a:prstGeom prst="rect">
            <a:avLst/>
          </a:prstGeom>
          <a:solidFill>
            <a:srgbClr val="4B6BCC"/>
          </a:solidFill>
          <a:ln w="12700">
            <a:solidFill>
              <a:srgbClr val="4B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2" name="Shape 320"/>
          <p:cNvSpPr/>
          <p:nvPr/>
        </p:nvSpPr>
        <p:spPr>
          <a:xfrm>
            <a:off x="8623935" y="2715768"/>
            <a:ext cx="141846" cy="54864"/>
          </a:xfrm>
          <a:prstGeom prst="rect">
            <a:avLst/>
          </a:prstGeom>
          <a:solidFill>
            <a:srgbClr val="476CCC"/>
          </a:solidFill>
          <a:ln w="12700">
            <a:solidFill>
              <a:srgbClr val="47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3" name="Shape 321"/>
          <p:cNvSpPr/>
          <p:nvPr/>
        </p:nvSpPr>
        <p:spPr>
          <a:xfrm>
            <a:off x="8763953" y="2715768"/>
            <a:ext cx="141846" cy="54864"/>
          </a:xfrm>
          <a:prstGeom prst="rect">
            <a:avLst/>
          </a:prstGeom>
          <a:solidFill>
            <a:srgbClr val="446CCC"/>
          </a:solidFill>
          <a:ln w="12700">
            <a:solidFill>
              <a:srgbClr val="44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4" name="Shape 322"/>
          <p:cNvSpPr/>
          <p:nvPr/>
        </p:nvSpPr>
        <p:spPr>
          <a:xfrm>
            <a:off x="8903970" y="2715768"/>
            <a:ext cx="141846" cy="54864"/>
          </a:xfrm>
          <a:prstGeom prst="rect">
            <a:avLst/>
          </a:prstGeom>
          <a:solidFill>
            <a:srgbClr val="406DCD"/>
          </a:solidFill>
          <a:ln w="12700">
            <a:solidFill>
              <a:srgbClr val="40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5" name="Shape 323"/>
          <p:cNvSpPr/>
          <p:nvPr/>
        </p:nvSpPr>
        <p:spPr>
          <a:xfrm>
            <a:off x="9043988" y="2715768"/>
            <a:ext cx="141846" cy="54864"/>
          </a:xfrm>
          <a:prstGeom prst="rect">
            <a:avLst/>
          </a:prstGeom>
          <a:solidFill>
            <a:srgbClr val="3D6ECD"/>
          </a:solidFill>
          <a:ln w="12700">
            <a:solidFill>
              <a:srgbClr val="3D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6" name="Shape 324"/>
          <p:cNvSpPr/>
          <p:nvPr/>
        </p:nvSpPr>
        <p:spPr>
          <a:xfrm>
            <a:off x="9184005" y="2715768"/>
            <a:ext cx="141846" cy="54864"/>
          </a:xfrm>
          <a:prstGeom prst="rect">
            <a:avLst/>
          </a:prstGeom>
          <a:solidFill>
            <a:srgbClr val="3A6ECE"/>
          </a:solidFill>
          <a:ln w="12700">
            <a:solidFill>
              <a:srgbClr val="3A6E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7" name="Shape 325"/>
          <p:cNvSpPr/>
          <p:nvPr/>
        </p:nvSpPr>
        <p:spPr>
          <a:xfrm>
            <a:off x="9324023" y="2715768"/>
            <a:ext cx="141846" cy="54864"/>
          </a:xfrm>
          <a:prstGeom prst="rect">
            <a:avLst/>
          </a:prstGeom>
          <a:solidFill>
            <a:srgbClr val="366FCE"/>
          </a:solidFill>
          <a:ln w="12700">
            <a:solidFill>
              <a:srgbClr val="36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8" name="Shape 326"/>
          <p:cNvSpPr/>
          <p:nvPr/>
        </p:nvSpPr>
        <p:spPr>
          <a:xfrm>
            <a:off x="9464040" y="2715768"/>
            <a:ext cx="141846" cy="54864"/>
          </a:xfrm>
          <a:prstGeom prst="rect">
            <a:avLst/>
          </a:prstGeom>
          <a:solidFill>
            <a:srgbClr val="336FCE"/>
          </a:solidFill>
          <a:ln w="12700">
            <a:solidFill>
              <a:srgbClr val="33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9" name="Shape 327"/>
          <p:cNvSpPr/>
          <p:nvPr/>
        </p:nvSpPr>
        <p:spPr>
          <a:xfrm>
            <a:off x="9604058" y="2715768"/>
            <a:ext cx="141846" cy="54864"/>
          </a:xfrm>
          <a:prstGeom prst="rect">
            <a:avLst/>
          </a:prstGeom>
          <a:solidFill>
            <a:srgbClr val="2F70CF"/>
          </a:solidFill>
          <a:ln w="12700">
            <a:solidFill>
              <a:srgbClr val="2F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Shape 328"/>
          <p:cNvSpPr/>
          <p:nvPr/>
        </p:nvSpPr>
        <p:spPr>
          <a:xfrm>
            <a:off x="9744075" y="2715768"/>
            <a:ext cx="141846" cy="54864"/>
          </a:xfrm>
          <a:prstGeom prst="rect">
            <a:avLst/>
          </a:prstGeom>
          <a:solidFill>
            <a:srgbClr val="2C70CF"/>
          </a:solidFill>
          <a:ln w="12700">
            <a:solidFill>
              <a:srgbClr val="2C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1" name="Shape 329"/>
          <p:cNvSpPr/>
          <p:nvPr/>
        </p:nvSpPr>
        <p:spPr>
          <a:xfrm>
            <a:off x="9884093" y="2715768"/>
            <a:ext cx="14184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Shape 330"/>
          <p:cNvSpPr/>
          <p:nvPr/>
        </p:nvSpPr>
        <p:spPr>
          <a:xfrm>
            <a:off x="10024110" y="2715768"/>
            <a:ext cx="141846" cy="54864"/>
          </a:xfrm>
          <a:prstGeom prst="rect">
            <a:avLst/>
          </a:prstGeom>
          <a:solidFill>
            <a:srgbClr val="2572D0"/>
          </a:solidFill>
          <a:ln w="12700">
            <a:solidFill>
              <a:srgbClr val="25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Shape 331"/>
          <p:cNvSpPr/>
          <p:nvPr/>
        </p:nvSpPr>
        <p:spPr>
          <a:xfrm>
            <a:off x="10164128" y="2715768"/>
            <a:ext cx="14184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Shape 332"/>
          <p:cNvSpPr/>
          <p:nvPr/>
        </p:nvSpPr>
        <p:spPr>
          <a:xfrm>
            <a:off x="10304145" y="2715768"/>
            <a:ext cx="141846" cy="54864"/>
          </a:xfrm>
          <a:prstGeom prst="rect">
            <a:avLst/>
          </a:prstGeom>
          <a:solidFill>
            <a:srgbClr val="1F73D1"/>
          </a:solidFill>
          <a:ln w="12700">
            <a:solidFill>
              <a:srgbClr val="1F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Shape 333"/>
          <p:cNvSpPr/>
          <p:nvPr/>
        </p:nvSpPr>
        <p:spPr>
          <a:xfrm>
            <a:off x="10444163" y="2715768"/>
            <a:ext cx="14184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Shape 334"/>
          <p:cNvSpPr/>
          <p:nvPr/>
        </p:nvSpPr>
        <p:spPr>
          <a:xfrm>
            <a:off x="10584180" y="2715768"/>
            <a:ext cx="141846" cy="54864"/>
          </a:xfrm>
          <a:prstGeom prst="rect">
            <a:avLst/>
          </a:prstGeom>
          <a:solidFill>
            <a:srgbClr val="1874D1"/>
          </a:solidFill>
          <a:ln w="12700">
            <a:solidFill>
              <a:srgbClr val="18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Shape 335"/>
          <p:cNvSpPr/>
          <p:nvPr/>
        </p:nvSpPr>
        <p:spPr>
          <a:xfrm>
            <a:off x="10724198" y="2715768"/>
            <a:ext cx="141846" cy="54864"/>
          </a:xfrm>
          <a:prstGeom prst="rect">
            <a:avLst/>
          </a:prstGeom>
          <a:solidFill>
            <a:srgbClr val="1475D2"/>
          </a:solidFill>
          <a:ln w="12700">
            <a:solidFill>
              <a:srgbClr val="14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Shape 336"/>
          <p:cNvSpPr/>
          <p:nvPr/>
        </p:nvSpPr>
        <p:spPr>
          <a:xfrm>
            <a:off x="10864215" y="2715768"/>
            <a:ext cx="141846" cy="54864"/>
          </a:xfrm>
          <a:prstGeom prst="rect">
            <a:avLst/>
          </a:prstGeom>
          <a:solidFill>
            <a:srgbClr val="1175D2"/>
          </a:solidFill>
          <a:ln w="12700">
            <a:solidFill>
              <a:srgbClr val="11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Shape 337"/>
          <p:cNvSpPr/>
          <p:nvPr/>
        </p:nvSpPr>
        <p:spPr>
          <a:xfrm>
            <a:off x="11004233" y="2715768"/>
            <a:ext cx="14184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Shape 338"/>
          <p:cNvSpPr/>
          <p:nvPr/>
        </p:nvSpPr>
        <p:spPr>
          <a:xfrm>
            <a:off x="11144250" y="2715768"/>
            <a:ext cx="141846" cy="54864"/>
          </a:xfrm>
          <a:prstGeom prst="rect">
            <a:avLst/>
          </a:prstGeom>
          <a:solidFill>
            <a:srgbClr val="0A76D3"/>
          </a:solidFill>
          <a:ln w="12700">
            <a:solidFill>
              <a:srgbClr val="0A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Shape 339"/>
          <p:cNvSpPr/>
          <p:nvPr/>
        </p:nvSpPr>
        <p:spPr>
          <a:xfrm>
            <a:off x="11284268" y="2715768"/>
            <a:ext cx="14184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Shape 340"/>
          <p:cNvSpPr/>
          <p:nvPr/>
        </p:nvSpPr>
        <p:spPr>
          <a:xfrm>
            <a:off x="11424285" y="2715768"/>
            <a:ext cx="141846" cy="54864"/>
          </a:xfrm>
          <a:prstGeom prst="rect">
            <a:avLst/>
          </a:prstGeom>
          <a:solidFill>
            <a:srgbClr val="0377D4"/>
          </a:solidFill>
          <a:ln w="12700">
            <a:solidFill>
              <a:srgbClr val="0377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3" name="Shape 341"/>
          <p:cNvSpPr/>
          <p:nvPr/>
        </p:nvSpPr>
        <p:spPr>
          <a:xfrm>
            <a:off x="11564303" y="2715768"/>
            <a:ext cx="14184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4" name="Text 342"/>
          <p:cNvSpPr/>
          <p:nvPr/>
        </p:nvSpPr>
        <p:spPr>
          <a:xfrm>
            <a:off x="6016828" y="2450592"/>
            <a:ext cx="422193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6366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Immutability Contract — AI Cannot Alter Deterministic Results</a:t>
            </a:r>
            <a:endParaRPr lang="en-US" sz="1100" dirty="0"/>
          </a:p>
        </p:txBody>
      </p:sp>
      <p:sp>
        <p:nvSpPr>
          <p:cNvPr id="345" name="Shape 343"/>
          <p:cNvSpPr/>
          <p:nvPr/>
        </p:nvSpPr>
        <p:spPr>
          <a:xfrm>
            <a:off x="6099047" y="2532888"/>
            <a:ext cx="6401" cy="182880"/>
          </a:xfrm>
          <a:prstGeom prst="line">
            <a:avLst/>
          </a:prstGeom>
          <a:noFill/>
          <a:ln w="19050">
            <a:solidFill>
              <a:srgbClr val="8661C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6" name="Shape 344"/>
          <p:cNvSpPr/>
          <p:nvPr/>
        </p:nvSpPr>
        <p:spPr>
          <a:xfrm>
            <a:off x="543682" y="2944368"/>
            <a:ext cx="2439853" cy="2011680"/>
          </a:xfrm>
          <a:prstGeom prst="roundRect">
            <a:avLst>
              <a:gd name="adj" fmla="val 5455"/>
            </a:avLst>
          </a:prstGeom>
          <a:solidFill>
            <a:srgbClr val="EBF3FF"/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7" name="Shape 345"/>
          <p:cNvSpPr/>
          <p:nvPr/>
        </p:nvSpPr>
        <p:spPr>
          <a:xfrm>
            <a:off x="576072" y="2944368"/>
            <a:ext cx="6103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8" name="Shape 346"/>
          <p:cNvSpPr/>
          <p:nvPr/>
        </p:nvSpPr>
        <p:spPr>
          <a:xfrm>
            <a:off x="635279" y="2944368"/>
            <a:ext cx="6103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9" name="Shape 347"/>
          <p:cNvSpPr/>
          <p:nvPr/>
        </p:nvSpPr>
        <p:spPr>
          <a:xfrm>
            <a:off x="694487" y="2944368"/>
            <a:ext cx="6103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0" name="Shape 348"/>
          <p:cNvSpPr/>
          <p:nvPr/>
        </p:nvSpPr>
        <p:spPr>
          <a:xfrm>
            <a:off x="753694" y="2944368"/>
            <a:ext cx="6103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1" name="Shape 349"/>
          <p:cNvSpPr/>
          <p:nvPr/>
        </p:nvSpPr>
        <p:spPr>
          <a:xfrm>
            <a:off x="812902" y="2944368"/>
            <a:ext cx="6103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2" name="Shape 350"/>
          <p:cNvSpPr/>
          <p:nvPr/>
        </p:nvSpPr>
        <p:spPr>
          <a:xfrm>
            <a:off x="872109" y="2944368"/>
            <a:ext cx="6103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3" name="Shape 351"/>
          <p:cNvSpPr/>
          <p:nvPr/>
        </p:nvSpPr>
        <p:spPr>
          <a:xfrm>
            <a:off x="931316" y="2944368"/>
            <a:ext cx="6103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4" name="Shape 352"/>
          <p:cNvSpPr/>
          <p:nvPr/>
        </p:nvSpPr>
        <p:spPr>
          <a:xfrm>
            <a:off x="990524" y="2944368"/>
            <a:ext cx="6103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5" name="Shape 353"/>
          <p:cNvSpPr/>
          <p:nvPr/>
        </p:nvSpPr>
        <p:spPr>
          <a:xfrm>
            <a:off x="1049731" y="2944368"/>
            <a:ext cx="6103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6" name="Shape 354"/>
          <p:cNvSpPr/>
          <p:nvPr/>
        </p:nvSpPr>
        <p:spPr>
          <a:xfrm>
            <a:off x="1108939" y="2944368"/>
            <a:ext cx="6103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7" name="Shape 355"/>
          <p:cNvSpPr/>
          <p:nvPr/>
        </p:nvSpPr>
        <p:spPr>
          <a:xfrm>
            <a:off x="1168146" y="2944368"/>
            <a:ext cx="6103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8" name="Shape 356"/>
          <p:cNvSpPr/>
          <p:nvPr/>
        </p:nvSpPr>
        <p:spPr>
          <a:xfrm>
            <a:off x="1227353" y="2944368"/>
            <a:ext cx="6103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9" name="Shape 357"/>
          <p:cNvSpPr/>
          <p:nvPr/>
        </p:nvSpPr>
        <p:spPr>
          <a:xfrm>
            <a:off x="1286561" y="2944368"/>
            <a:ext cx="6103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0" name="Shape 358"/>
          <p:cNvSpPr/>
          <p:nvPr/>
        </p:nvSpPr>
        <p:spPr>
          <a:xfrm>
            <a:off x="1345768" y="2944368"/>
            <a:ext cx="6103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1" name="Shape 359"/>
          <p:cNvSpPr/>
          <p:nvPr/>
        </p:nvSpPr>
        <p:spPr>
          <a:xfrm>
            <a:off x="1404976" y="2944368"/>
            <a:ext cx="6103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2" name="Shape 360"/>
          <p:cNvSpPr/>
          <p:nvPr/>
        </p:nvSpPr>
        <p:spPr>
          <a:xfrm>
            <a:off x="1464183" y="2944368"/>
            <a:ext cx="6103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3" name="Shape 361"/>
          <p:cNvSpPr/>
          <p:nvPr/>
        </p:nvSpPr>
        <p:spPr>
          <a:xfrm>
            <a:off x="1523390" y="2944368"/>
            <a:ext cx="6103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Shape 362"/>
          <p:cNvSpPr/>
          <p:nvPr/>
        </p:nvSpPr>
        <p:spPr>
          <a:xfrm>
            <a:off x="1582598" y="2944368"/>
            <a:ext cx="6103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5" name="Shape 363"/>
          <p:cNvSpPr/>
          <p:nvPr/>
        </p:nvSpPr>
        <p:spPr>
          <a:xfrm>
            <a:off x="1641805" y="2944368"/>
            <a:ext cx="6103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6" name="Shape 364"/>
          <p:cNvSpPr/>
          <p:nvPr/>
        </p:nvSpPr>
        <p:spPr>
          <a:xfrm>
            <a:off x="1701013" y="2944368"/>
            <a:ext cx="6103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7" name="Shape 365"/>
          <p:cNvSpPr/>
          <p:nvPr/>
        </p:nvSpPr>
        <p:spPr>
          <a:xfrm>
            <a:off x="1760220" y="2944368"/>
            <a:ext cx="61036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8" name="Shape 366"/>
          <p:cNvSpPr/>
          <p:nvPr/>
        </p:nvSpPr>
        <p:spPr>
          <a:xfrm>
            <a:off x="1819427" y="2944368"/>
            <a:ext cx="6103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9" name="Shape 367"/>
          <p:cNvSpPr/>
          <p:nvPr/>
        </p:nvSpPr>
        <p:spPr>
          <a:xfrm>
            <a:off x="1878635" y="2944368"/>
            <a:ext cx="6103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0" name="Shape 368"/>
          <p:cNvSpPr/>
          <p:nvPr/>
        </p:nvSpPr>
        <p:spPr>
          <a:xfrm>
            <a:off x="1937842" y="2944368"/>
            <a:ext cx="6103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1" name="Shape 369"/>
          <p:cNvSpPr/>
          <p:nvPr/>
        </p:nvSpPr>
        <p:spPr>
          <a:xfrm>
            <a:off x="1997050" y="2944368"/>
            <a:ext cx="6103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2" name="Shape 370"/>
          <p:cNvSpPr/>
          <p:nvPr/>
        </p:nvSpPr>
        <p:spPr>
          <a:xfrm>
            <a:off x="2056257" y="2944368"/>
            <a:ext cx="6103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3" name="Shape 371"/>
          <p:cNvSpPr/>
          <p:nvPr/>
        </p:nvSpPr>
        <p:spPr>
          <a:xfrm>
            <a:off x="2115464" y="2944368"/>
            <a:ext cx="6103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4" name="Shape 372"/>
          <p:cNvSpPr/>
          <p:nvPr/>
        </p:nvSpPr>
        <p:spPr>
          <a:xfrm>
            <a:off x="2174672" y="2944368"/>
            <a:ext cx="6103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5" name="Shape 373"/>
          <p:cNvSpPr/>
          <p:nvPr/>
        </p:nvSpPr>
        <p:spPr>
          <a:xfrm>
            <a:off x="2233879" y="2944368"/>
            <a:ext cx="6103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Shape 374"/>
          <p:cNvSpPr/>
          <p:nvPr/>
        </p:nvSpPr>
        <p:spPr>
          <a:xfrm>
            <a:off x="2293087" y="2944368"/>
            <a:ext cx="6103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7" name="Shape 375"/>
          <p:cNvSpPr/>
          <p:nvPr/>
        </p:nvSpPr>
        <p:spPr>
          <a:xfrm>
            <a:off x="2352294" y="2944368"/>
            <a:ext cx="6103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8" name="Shape 376"/>
          <p:cNvSpPr/>
          <p:nvPr/>
        </p:nvSpPr>
        <p:spPr>
          <a:xfrm>
            <a:off x="2411501" y="2944368"/>
            <a:ext cx="6103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9" name="Shape 377"/>
          <p:cNvSpPr/>
          <p:nvPr/>
        </p:nvSpPr>
        <p:spPr>
          <a:xfrm>
            <a:off x="2470709" y="2944368"/>
            <a:ext cx="6103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0" name="Shape 378"/>
          <p:cNvSpPr/>
          <p:nvPr/>
        </p:nvSpPr>
        <p:spPr>
          <a:xfrm>
            <a:off x="2529916" y="2944368"/>
            <a:ext cx="6103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1" name="Shape 379"/>
          <p:cNvSpPr/>
          <p:nvPr/>
        </p:nvSpPr>
        <p:spPr>
          <a:xfrm>
            <a:off x="2589124" y="2944368"/>
            <a:ext cx="6103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2" name="Shape 380"/>
          <p:cNvSpPr/>
          <p:nvPr/>
        </p:nvSpPr>
        <p:spPr>
          <a:xfrm>
            <a:off x="2648331" y="2944368"/>
            <a:ext cx="6103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Shape 381"/>
          <p:cNvSpPr/>
          <p:nvPr/>
        </p:nvSpPr>
        <p:spPr>
          <a:xfrm>
            <a:off x="2707538" y="2944368"/>
            <a:ext cx="6103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Shape 382"/>
          <p:cNvSpPr/>
          <p:nvPr/>
        </p:nvSpPr>
        <p:spPr>
          <a:xfrm>
            <a:off x="2766746" y="2944368"/>
            <a:ext cx="6103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Shape 383"/>
          <p:cNvSpPr/>
          <p:nvPr/>
        </p:nvSpPr>
        <p:spPr>
          <a:xfrm>
            <a:off x="2825953" y="2944368"/>
            <a:ext cx="6103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hape 384"/>
          <p:cNvSpPr/>
          <p:nvPr/>
        </p:nvSpPr>
        <p:spPr>
          <a:xfrm>
            <a:off x="2885161" y="2944368"/>
            <a:ext cx="6103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7" name="Shape 385"/>
          <p:cNvSpPr/>
          <p:nvPr/>
        </p:nvSpPr>
        <p:spPr>
          <a:xfrm>
            <a:off x="640080" y="307238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8" name="Text 386"/>
          <p:cNvSpPr/>
          <p:nvPr/>
        </p:nvSpPr>
        <p:spPr>
          <a:xfrm>
            <a:off x="640080" y="30723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</a:t>
            </a:r>
            <a:endParaRPr lang="en-US" sz="1000" dirty="0"/>
          </a:p>
        </p:txBody>
      </p:sp>
      <p:sp>
        <p:nvSpPr>
          <p:cNvPr id="389" name="Text 387"/>
          <p:cNvSpPr/>
          <p:nvPr/>
        </p:nvSpPr>
        <p:spPr>
          <a:xfrm>
            <a:off x="667512" y="3383280"/>
            <a:ext cx="2185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Azure Environment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(Read‑Only)</a:t>
            </a:r>
            <a:endParaRPr lang="en-US" sz="1300" dirty="0"/>
          </a:p>
        </p:txBody>
      </p:sp>
      <p:sp>
        <p:nvSpPr>
          <p:cNvPr id="390" name="Text 388"/>
          <p:cNvSpPr/>
          <p:nvPr/>
        </p:nvSpPr>
        <p:spPr>
          <a:xfrm>
            <a:off x="704088" y="3840480"/>
            <a:ext cx="21122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Management Groups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Subscriptions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Azure Policy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Defender for Cloud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Resource Graph</a:t>
            </a:r>
            <a:endParaRPr lang="en-US" sz="1100" dirty="0"/>
          </a:p>
        </p:txBody>
      </p:sp>
      <p:sp>
        <p:nvSpPr>
          <p:cNvPr id="391" name="Text 389"/>
          <p:cNvSpPr/>
          <p:nvPr/>
        </p:nvSpPr>
        <p:spPr>
          <a:xfrm>
            <a:off x="502920" y="4992624"/>
            <a:ext cx="2514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 enforced • Read‑only API access</a:t>
            </a:r>
            <a:endParaRPr lang="en-US" sz="900" dirty="0"/>
          </a:p>
        </p:txBody>
      </p:sp>
      <p:sp>
        <p:nvSpPr>
          <p:cNvPr id="392" name="Shape 390"/>
          <p:cNvSpPr/>
          <p:nvPr/>
        </p:nvSpPr>
        <p:spPr>
          <a:xfrm>
            <a:off x="3017520" y="3950208"/>
            <a:ext cx="3200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93" name="Text 391"/>
          <p:cNvSpPr/>
          <p:nvPr/>
        </p:nvSpPr>
        <p:spPr>
          <a:xfrm>
            <a:off x="2931197" y="3584448"/>
            <a:ext cx="49959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Read‑only</a:t>
            </a:r>
            <a:endParaRPr lang="en-US" sz="800" b="1" dirty="0"/>
          </a:p>
          <a:p>
            <a:pPr marL="0" indent="0">
              <a:buNone/>
            </a:pPr>
            <a:r>
              <a:rPr lang="en-US" sz="8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</a:t>
            </a:r>
            <a:endParaRPr lang="en-US" sz="800" b="1" dirty="0"/>
          </a:p>
        </p:txBody>
      </p:sp>
      <p:sp>
        <p:nvSpPr>
          <p:cNvPr id="394" name="Shape 392"/>
          <p:cNvSpPr/>
          <p:nvPr/>
        </p:nvSpPr>
        <p:spPr>
          <a:xfrm>
            <a:off x="3386582" y="2852928"/>
            <a:ext cx="5025898" cy="2194560"/>
          </a:xfrm>
          <a:prstGeom prst="roundRect">
            <a:avLst>
              <a:gd name="adj" fmla="val 5000"/>
            </a:avLst>
          </a:prstGeom>
          <a:solidFill>
            <a:srgbClr val="EBF5EE"/>
          </a:solidFill>
          <a:ln w="254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5" name="Shape 393"/>
          <p:cNvSpPr/>
          <p:nvPr/>
        </p:nvSpPr>
        <p:spPr>
          <a:xfrm>
            <a:off x="3410712" y="2852928"/>
            <a:ext cx="125044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6" name="Shape 394"/>
          <p:cNvSpPr/>
          <p:nvPr/>
        </p:nvSpPr>
        <p:spPr>
          <a:xfrm>
            <a:off x="3533927" y="2852928"/>
            <a:ext cx="125044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7" name="Shape 395"/>
          <p:cNvSpPr/>
          <p:nvPr/>
        </p:nvSpPr>
        <p:spPr>
          <a:xfrm>
            <a:off x="3657143" y="2852928"/>
            <a:ext cx="125044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8" name="Shape 396"/>
          <p:cNvSpPr/>
          <p:nvPr/>
        </p:nvSpPr>
        <p:spPr>
          <a:xfrm>
            <a:off x="3780358" y="2852928"/>
            <a:ext cx="125044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9" name="Shape 397"/>
          <p:cNvSpPr/>
          <p:nvPr/>
        </p:nvSpPr>
        <p:spPr>
          <a:xfrm>
            <a:off x="3903574" y="2852928"/>
            <a:ext cx="125044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pe 398"/>
          <p:cNvSpPr/>
          <p:nvPr/>
        </p:nvSpPr>
        <p:spPr>
          <a:xfrm>
            <a:off x="4026789" y="2852928"/>
            <a:ext cx="125044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pe 399"/>
          <p:cNvSpPr/>
          <p:nvPr/>
        </p:nvSpPr>
        <p:spPr>
          <a:xfrm>
            <a:off x="4150004" y="2852928"/>
            <a:ext cx="125044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pe 400"/>
          <p:cNvSpPr/>
          <p:nvPr/>
        </p:nvSpPr>
        <p:spPr>
          <a:xfrm>
            <a:off x="4273220" y="2852928"/>
            <a:ext cx="125044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1"/>
          <p:cNvSpPr/>
          <p:nvPr/>
        </p:nvSpPr>
        <p:spPr>
          <a:xfrm>
            <a:off x="4396435" y="2852928"/>
            <a:ext cx="125044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pe 402"/>
          <p:cNvSpPr/>
          <p:nvPr/>
        </p:nvSpPr>
        <p:spPr>
          <a:xfrm>
            <a:off x="4519651" y="2852928"/>
            <a:ext cx="125044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3"/>
          <p:cNvSpPr/>
          <p:nvPr/>
        </p:nvSpPr>
        <p:spPr>
          <a:xfrm>
            <a:off x="4642866" y="2852928"/>
            <a:ext cx="125044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6" name="Shape 404"/>
          <p:cNvSpPr/>
          <p:nvPr/>
        </p:nvSpPr>
        <p:spPr>
          <a:xfrm>
            <a:off x="4766081" y="2852928"/>
            <a:ext cx="125044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Shape 405"/>
          <p:cNvSpPr/>
          <p:nvPr/>
        </p:nvSpPr>
        <p:spPr>
          <a:xfrm>
            <a:off x="4889297" y="2852928"/>
            <a:ext cx="125044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8" name="Shape 406"/>
          <p:cNvSpPr/>
          <p:nvPr/>
        </p:nvSpPr>
        <p:spPr>
          <a:xfrm>
            <a:off x="5012512" y="2852928"/>
            <a:ext cx="125044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hape 407"/>
          <p:cNvSpPr/>
          <p:nvPr/>
        </p:nvSpPr>
        <p:spPr>
          <a:xfrm>
            <a:off x="5135728" y="2852928"/>
            <a:ext cx="125044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0" name="Shape 408"/>
          <p:cNvSpPr/>
          <p:nvPr/>
        </p:nvSpPr>
        <p:spPr>
          <a:xfrm>
            <a:off x="5258943" y="2852928"/>
            <a:ext cx="125044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1" name="Shape 409"/>
          <p:cNvSpPr/>
          <p:nvPr/>
        </p:nvSpPr>
        <p:spPr>
          <a:xfrm>
            <a:off x="5382158" y="2852928"/>
            <a:ext cx="125044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2" name="Shape 410"/>
          <p:cNvSpPr/>
          <p:nvPr/>
        </p:nvSpPr>
        <p:spPr>
          <a:xfrm>
            <a:off x="5505374" y="2852928"/>
            <a:ext cx="125044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3" name="Shape 411"/>
          <p:cNvSpPr/>
          <p:nvPr/>
        </p:nvSpPr>
        <p:spPr>
          <a:xfrm>
            <a:off x="5628589" y="2852928"/>
            <a:ext cx="125044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Shape 412"/>
          <p:cNvSpPr/>
          <p:nvPr/>
        </p:nvSpPr>
        <p:spPr>
          <a:xfrm>
            <a:off x="5751805" y="2852928"/>
            <a:ext cx="125044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5" name="Shape 413"/>
          <p:cNvSpPr/>
          <p:nvPr/>
        </p:nvSpPr>
        <p:spPr>
          <a:xfrm>
            <a:off x="5875020" y="2852928"/>
            <a:ext cx="125044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Shape 414"/>
          <p:cNvSpPr/>
          <p:nvPr/>
        </p:nvSpPr>
        <p:spPr>
          <a:xfrm>
            <a:off x="5998235" y="2852928"/>
            <a:ext cx="125044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7" name="Shape 415"/>
          <p:cNvSpPr/>
          <p:nvPr/>
        </p:nvSpPr>
        <p:spPr>
          <a:xfrm>
            <a:off x="6121451" y="2852928"/>
            <a:ext cx="125044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Shape 416"/>
          <p:cNvSpPr/>
          <p:nvPr/>
        </p:nvSpPr>
        <p:spPr>
          <a:xfrm>
            <a:off x="6244666" y="2852928"/>
            <a:ext cx="125044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9" name="Shape 417"/>
          <p:cNvSpPr/>
          <p:nvPr/>
        </p:nvSpPr>
        <p:spPr>
          <a:xfrm>
            <a:off x="6367882" y="2852928"/>
            <a:ext cx="125044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18"/>
          <p:cNvSpPr/>
          <p:nvPr/>
        </p:nvSpPr>
        <p:spPr>
          <a:xfrm>
            <a:off x="6491097" y="2852928"/>
            <a:ext cx="125044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19"/>
          <p:cNvSpPr/>
          <p:nvPr/>
        </p:nvSpPr>
        <p:spPr>
          <a:xfrm>
            <a:off x="6614312" y="2852928"/>
            <a:ext cx="125044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0"/>
          <p:cNvSpPr/>
          <p:nvPr/>
        </p:nvSpPr>
        <p:spPr>
          <a:xfrm>
            <a:off x="6737528" y="2852928"/>
            <a:ext cx="125044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1"/>
          <p:cNvSpPr/>
          <p:nvPr/>
        </p:nvSpPr>
        <p:spPr>
          <a:xfrm>
            <a:off x="6860743" y="2852928"/>
            <a:ext cx="125044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2"/>
          <p:cNvSpPr/>
          <p:nvPr/>
        </p:nvSpPr>
        <p:spPr>
          <a:xfrm>
            <a:off x="6983959" y="2852928"/>
            <a:ext cx="125044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3"/>
          <p:cNvSpPr/>
          <p:nvPr/>
        </p:nvSpPr>
        <p:spPr>
          <a:xfrm>
            <a:off x="7107174" y="2852928"/>
            <a:ext cx="125044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4"/>
          <p:cNvSpPr/>
          <p:nvPr/>
        </p:nvSpPr>
        <p:spPr>
          <a:xfrm>
            <a:off x="7230389" y="2852928"/>
            <a:ext cx="125044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5"/>
          <p:cNvSpPr/>
          <p:nvPr/>
        </p:nvSpPr>
        <p:spPr>
          <a:xfrm>
            <a:off x="7353605" y="2852928"/>
            <a:ext cx="125044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6"/>
          <p:cNvSpPr/>
          <p:nvPr/>
        </p:nvSpPr>
        <p:spPr>
          <a:xfrm>
            <a:off x="7476820" y="2852928"/>
            <a:ext cx="125044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7"/>
          <p:cNvSpPr/>
          <p:nvPr/>
        </p:nvSpPr>
        <p:spPr>
          <a:xfrm>
            <a:off x="7600036" y="2852928"/>
            <a:ext cx="125044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28"/>
          <p:cNvSpPr/>
          <p:nvPr/>
        </p:nvSpPr>
        <p:spPr>
          <a:xfrm>
            <a:off x="7723251" y="2852928"/>
            <a:ext cx="125044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29"/>
          <p:cNvSpPr/>
          <p:nvPr/>
        </p:nvSpPr>
        <p:spPr>
          <a:xfrm>
            <a:off x="7846466" y="2852928"/>
            <a:ext cx="125044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0"/>
          <p:cNvSpPr/>
          <p:nvPr/>
        </p:nvSpPr>
        <p:spPr>
          <a:xfrm>
            <a:off x="7969682" y="2852928"/>
            <a:ext cx="125044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1"/>
          <p:cNvSpPr/>
          <p:nvPr/>
        </p:nvSpPr>
        <p:spPr>
          <a:xfrm>
            <a:off x="8092897" y="2852928"/>
            <a:ext cx="125044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2"/>
          <p:cNvSpPr/>
          <p:nvPr/>
        </p:nvSpPr>
        <p:spPr>
          <a:xfrm>
            <a:off x="8216113" y="2852928"/>
            <a:ext cx="125044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3"/>
          <p:cNvSpPr/>
          <p:nvPr/>
        </p:nvSpPr>
        <p:spPr>
          <a:xfrm>
            <a:off x="3502152" y="2980944"/>
            <a:ext cx="2112264" cy="274320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 w="12700">
            <a:solidFill>
              <a:srgbClr val="22A0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Text 434"/>
          <p:cNvSpPr/>
          <p:nvPr/>
        </p:nvSpPr>
        <p:spPr>
          <a:xfrm>
            <a:off x="3502152" y="2980944"/>
            <a:ext cx="21122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</a:t>
            </a:r>
            <a:endParaRPr lang="en-US" sz="1000" dirty="0"/>
          </a:p>
        </p:txBody>
      </p:sp>
      <p:sp>
        <p:nvSpPr>
          <p:cNvPr id="437" name="Text 435"/>
          <p:cNvSpPr/>
          <p:nvPr/>
        </p:nvSpPr>
        <p:spPr>
          <a:xfrm>
            <a:off x="3520440" y="32918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Deterministic ALZ Governance Engine</a:t>
            </a:r>
            <a:endParaRPr lang="en-US" sz="1500" dirty="0"/>
          </a:p>
        </p:txBody>
      </p:sp>
      <p:sp>
        <p:nvSpPr>
          <p:cNvPr id="438" name="Text 436"/>
          <p:cNvSpPr/>
          <p:nvPr/>
        </p:nvSpPr>
        <p:spPr>
          <a:xfrm>
            <a:off x="3566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Read-only Collectors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Control Evaluators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Weighted Scoring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Delta Computation</a:t>
            </a:r>
            <a:endParaRPr lang="en-US" sz="1100" dirty="0"/>
          </a:p>
        </p:txBody>
      </p:sp>
      <p:sp>
        <p:nvSpPr>
          <p:cNvPr id="439" name="Text 437"/>
          <p:cNvSpPr/>
          <p:nvPr/>
        </p:nvSpPr>
        <p:spPr>
          <a:xfrm>
            <a:off x="5852160" y="3602736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Dependency Graph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Drift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Impact Model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Maturity Trajectory</a:t>
            </a:r>
            <a:endParaRPr lang="en-US" sz="1100" dirty="0"/>
          </a:p>
        </p:txBody>
      </p:sp>
      <p:sp>
        <p:nvSpPr>
          <p:cNvPr id="440" name="Text 438"/>
          <p:cNvSpPr/>
          <p:nvPr/>
        </p:nvSpPr>
        <p:spPr>
          <a:xfrm>
            <a:off x="3337560" y="5084064"/>
            <a:ext cx="5074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7A5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Authoritative — AI cannot modify this layer</a:t>
            </a:r>
            <a:endParaRPr lang="en-US" sz="900" dirty="0"/>
          </a:p>
        </p:txBody>
      </p:sp>
      <p:sp>
        <p:nvSpPr>
          <p:cNvPr id="441" name="Shape 439"/>
          <p:cNvSpPr/>
          <p:nvPr/>
        </p:nvSpPr>
        <p:spPr>
          <a:xfrm>
            <a:off x="8732520" y="2944368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5EB"/>
          </a:solidFill>
          <a:ln w="254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2" name="Shape 440"/>
          <p:cNvSpPr/>
          <p:nvPr/>
        </p:nvSpPr>
        <p:spPr>
          <a:xfrm>
            <a:off x="8805672" y="2944368"/>
            <a:ext cx="7246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3" name="Shape 441"/>
          <p:cNvSpPr/>
          <p:nvPr/>
        </p:nvSpPr>
        <p:spPr>
          <a:xfrm>
            <a:off x="8876309" y="2944368"/>
            <a:ext cx="7246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4" name="Shape 442"/>
          <p:cNvSpPr/>
          <p:nvPr/>
        </p:nvSpPr>
        <p:spPr>
          <a:xfrm>
            <a:off x="8946947" y="2944368"/>
            <a:ext cx="7246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5" name="Shape 443"/>
          <p:cNvSpPr/>
          <p:nvPr/>
        </p:nvSpPr>
        <p:spPr>
          <a:xfrm>
            <a:off x="9017584" y="2944368"/>
            <a:ext cx="7246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6" name="Shape 444"/>
          <p:cNvSpPr/>
          <p:nvPr/>
        </p:nvSpPr>
        <p:spPr>
          <a:xfrm>
            <a:off x="9088222" y="2944368"/>
            <a:ext cx="7246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Shape 445"/>
          <p:cNvSpPr/>
          <p:nvPr/>
        </p:nvSpPr>
        <p:spPr>
          <a:xfrm>
            <a:off x="9158859" y="2944368"/>
            <a:ext cx="7246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8" name="Shape 446"/>
          <p:cNvSpPr/>
          <p:nvPr/>
        </p:nvSpPr>
        <p:spPr>
          <a:xfrm>
            <a:off x="9229496" y="2944368"/>
            <a:ext cx="7246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Shape 447"/>
          <p:cNvSpPr/>
          <p:nvPr/>
        </p:nvSpPr>
        <p:spPr>
          <a:xfrm>
            <a:off x="9300134" y="2944368"/>
            <a:ext cx="7246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0" name="Shape 448"/>
          <p:cNvSpPr/>
          <p:nvPr/>
        </p:nvSpPr>
        <p:spPr>
          <a:xfrm>
            <a:off x="9370771" y="2944368"/>
            <a:ext cx="7246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1" name="Shape 449"/>
          <p:cNvSpPr/>
          <p:nvPr/>
        </p:nvSpPr>
        <p:spPr>
          <a:xfrm>
            <a:off x="9441409" y="2944368"/>
            <a:ext cx="7246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2" name="Shape 450"/>
          <p:cNvSpPr/>
          <p:nvPr/>
        </p:nvSpPr>
        <p:spPr>
          <a:xfrm>
            <a:off x="9512046" y="2944368"/>
            <a:ext cx="7246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3" name="Shape 451"/>
          <p:cNvSpPr/>
          <p:nvPr/>
        </p:nvSpPr>
        <p:spPr>
          <a:xfrm>
            <a:off x="9582683" y="2944368"/>
            <a:ext cx="7246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4" name="Shape 452"/>
          <p:cNvSpPr/>
          <p:nvPr/>
        </p:nvSpPr>
        <p:spPr>
          <a:xfrm>
            <a:off x="9653321" y="2944368"/>
            <a:ext cx="7246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3"/>
          <p:cNvSpPr/>
          <p:nvPr/>
        </p:nvSpPr>
        <p:spPr>
          <a:xfrm>
            <a:off x="9723958" y="2944368"/>
            <a:ext cx="7246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Shape 454"/>
          <p:cNvSpPr/>
          <p:nvPr/>
        </p:nvSpPr>
        <p:spPr>
          <a:xfrm>
            <a:off x="9794596" y="2944368"/>
            <a:ext cx="7246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7" name="Shape 455"/>
          <p:cNvSpPr/>
          <p:nvPr/>
        </p:nvSpPr>
        <p:spPr>
          <a:xfrm>
            <a:off x="9865233" y="2944368"/>
            <a:ext cx="7246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8" name="Shape 456"/>
          <p:cNvSpPr/>
          <p:nvPr/>
        </p:nvSpPr>
        <p:spPr>
          <a:xfrm>
            <a:off x="9935870" y="2944368"/>
            <a:ext cx="7246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7"/>
          <p:cNvSpPr/>
          <p:nvPr/>
        </p:nvSpPr>
        <p:spPr>
          <a:xfrm>
            <a:off x="10006508" y="2944368"/>
            <a:ext cx="7246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Shape 458"/>
          <p:cNvSpPr/>
          <p:nvPr/>
        </p:nvSpPr>
        <p:spPr>
          <a:xfrm>
            <a:off x="10077145" y="2944368"/>
            <a:ext cx="7246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1" name="Shape 459"/>
          <p:cNvSpPr/>
          <p:nvPr/>
        </p:nvSpPr>
        <p:spPr>
          <a:xfrm>
            <a:off x="10147783" y="2944368"/>
            <a:ext cx="7246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2" name="Shape 460"/>
          <p:cNvSpPr/>
          <p:nvPr/>
        </p:nvSpPr>
        <p:spPr>
          <a:xfrm>
            <a:off x="10218420" y="2944368"/>
            <a:ext cx="72466" cy="54864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1"/>
          <p:cNvSpPr/>
          <p:nvPr/>
        </p:nvSpPr>
        <p:spPr>
          <a:xfrm>
            <a:off x="10289057" y="2944368"/>
            <a:ext cx="7246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Shape 462"/>
          <p:cNvSpPr/>
          <p:nvPr/>
        </p:nvSpPr>
        <p:spPr>
          <a:xfrm>
            <a:off x="10359695" y="2944368"/>
            <a:ext cx="7246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5" name="Shape 463"/>
          <p:cNvSpPr/>
          <p:nvPr/>
        </p:nvSpPr>
        <p:spPr>
          <a:xfrm>
            <a:off x="10430332" y="2944368"/>
            <a:ext cx="7246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6" name="Shape 464"/>
          <p:cNvSpPr/>
          <p:nvPr/>
        </p:nvSpPr>
        <p:spPr>
          <a:xfrm>
            <a:off x="10500970" y="2944368"/>
            <a:ext cx="7246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5"/>
          <p:cNvSpPr/>
          <p:nvPr/>
        </p:nvSpPr>
        <p:spPr>
          <a:xfrm>
            <a:off x="10571607" y="2944368"/>
            <a:ext cx="7246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Shape 466"/>
          <p:cNvSpPr/>
          <p:nvPr/>
        </p:nvSpPr>
        <p:spPr>
          <a:xfrm>
            <a:off x="10642244" y="2944368"/>
            <a:ext cx="7246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9" name="Shape 467"/>
          <p:cNvSpPr/>
          <p:nvPr/>
        </p:nvSpPr>
        <p:spPr>
          <a:xfrm>
            <a:off x="10712882" y="2944368"/>
            <a:ext cx="7246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0" name="Shape 468"/>
          <p:cNvSpPr/>
          <p:nvPr/>
        </p:nvSpPr>
        <p:spPr>
          <a:xfrm>
            <a:off x="10783519" y="2944368"/>
            <a:ext cx="7246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69"/>
          <p:cNvSpPr/>
          <p:nvPr/>
        </p:nvSpPr>
        <p:spPr>
          <a:xfrm>
            <a:off x="10854157" y="2944368"/>
            <a:ext cx="7246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Shape 470"/>
          <p:cNvSpPr/>
          <p:nvPr/>
        </p:nvSpPr>
        <p:spPr>
          <a:xfrm>
            <a:off x="10924794" y="2944368"/>
            <a:ext cx="7246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3" name="Shape 471"/>
          <p:cNvSpPr/>
          <p:nvPr/>
        </p:nvSpPr>
        <p:spPr>
          <a:xfrm>
            <a:off x="10995431" y="2944368"/>
            <a:ext cx="7246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Shape 472"/>
          <p:cNvSpPr/>
          <p:nvPr/>
        </p:nvSpPr>
        <p:spPr>
          <a:xfrm>
            <a:off x="11066069" y="2944368"/>
            <a:ext cx="7246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3"/>
          <p:cNvSpPr/>
          <p:nvPr/>
        </p:nvSpPr>
        <p:spPr>
          <a:xfrm>
            <a:off x="11136706" y="2944368"/>
            <a:ext cx="7246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4"/>
          <p:cNvSpPr/>
          <p:nvPr/>
        </p:nvSpPr>
        <p:spPr>
          <a:xfrm>
            <a:off x="11207344" y="2944368"/>
            <a:ext cx="7246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Shape 475"/>
          <p:cNvSpPr/>
          <p:nvPr/>
        </p:nvSpPr>
        <p:spPr>
          <a:xfrm>
            <a:off x="11277981" y="2944368"/>
            <a:ext cx="7246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8" name="Shape 476"/>
          <p:cNvSpPr/>
          <p:nvPr/>
        </p:nvSpPr>
        <p:spPr>
          <a:xfrm>
            <a:off x="11348618" y="2944368"/>
            <a:ext cx="7246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9" name="Shape 477"/>
          <p:cNvSpPr/>
          <p:nvPr/>
        </p:nvSpPr>
        <p:spPr>
          <a:xfrm>
            <a:off x="11419256" y="2944368"/>
            <a:ext cx="7246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Shape 478"/>
          <p:cNvSpPr/>
          <p:nvPr/>
        </p:nvSpPr>
        <p:spPr>
          <a:xfrm>
            <a:off x="11489893" y="2944368"/>
            <a:ext cx="7246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79"/>
          <p:cNvSpPr/>
          <p:nvPr/>
        </p:nvSpPr>
        <p:spPr>
          <a:xfrm>
            <a:off x="11560531" y="294436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80"/>
          <p:cNvSpPr/>
          <p:nvPr/>
        </p:nvSpPr>
        <p:spPr>
          <a:xfrm>
            <a:off x="8869680" y="3072384"/>
            <a:ext cx="1563624" cy="274320"/>
          </a:xfrm>
          <a:prstGeom prst="roundRect">
            <a:avLst>
              <a:gd name="adj" fmla="val 50000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Text 481"/>
          <p:cNvSpPr/>
          <p:nvPr/>
        </p:nvSpPr>
        <p:spPr>
          <a:xfrm>
            <a:off x="8869680" y="3072384"/>
            <a:ext cx="1563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ADVISORY</a:t>
            </a:r>
            <a:endParaRPr lang="en-US" sz="1000" dirty="0"/>
          </a:p>
        </p:txBody>
      </p:sp>
      <p:sp>
        <p:nvSpPr>
          <p:cNvPr id="484" name="Text 482"/>
          <p:cNvSpPr/>
          <p:nvPr/>
        </p:nvSpPr>
        <p:spPr>
          <a:xfrm>
            <a:off x="8897112" y="3383280"/>
            <a:ext cx="2642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Enrichment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(Azure OpenAI / Foundry)</a:t>
            </a:r>
            <a:endParaRPr lang="en-US" sz="1200" dirty="0"/>
          </a:p>
        </p:txBody>
      </p:sp>
      <p:sp>
        <p:nvSpPr>
          <p:cNvPr id="485" name="Text 483"/>
          <p:cNvSpPr/>
          <p:nvPr/>
        </p:nvSpPr>
        <p:spPr>
          <a:xfrm>
            <a:off x="8933688" y="3877056"/>
            <a:ext cx="256946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Roadmap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Executive Brief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Implementation Decisions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Governance Intelligence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Target Architecture</a:t>
            </a:r>
            <a:endParaRPr lang="en-US" sz="1100" dirty="0"/>
          </a:p>
        </p:txBody>
      </p:sp>
      <p:sp>
        <p:nvSpPr>
          <p:cNvPr id="486" name="Text 484"/>
          <p:cNvSpPr/>
          <p:nvPr/>
        </p:nvSpPr>
        <p:spPr>
          <a:xfrm>
            <a:off x="8724072" y="4855464"/>
            <a:ext cx="273771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67A1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only • No scoring authority</a:t>
            </a:r>
            <a:endParaRPr lang="en-US" sz="900" dirty="0"/>
          </a:p>
        </p:txBody>
      </p:sp>
      <p:sp>
        <p:nvSpPr>
          <p:cNvPr id="487" name="Shape 485"/>
          <p:cNvSpPr/>
          <p:nvPr/>
        </p:nvSpPr>
        <p:spPr>
          <a:xfrm>
            <a:off x="8412480" y="3840480"/>
            <a:ext cx="320040" cy="0"/>
          </a:xfrm>
          <a:prstGeom prst="line">
            <a:avLst/>
          </a:prstGeom>
          <a:noFill/>
          <a:ln w="19050">
            <a:solidFill>
              <a:srgbClr val="E8912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6"/>
          <p:cNvSpPr/>
          <p:nvPr/>
        </p:nvSpPr>
        <p:spPr>
          <a:xfrm>
            <a:off x="8732520" y="5047488"/>
            <a:ext cx="2971800" cy="1463040"/>
          </a:xfrm>
          <a:prstGeom prst="roundRect">
            <a:avLst>
              <a:gd name="adj" fmla="val 7500"/>
            </a:avLst>
          </a:prstGeom>
          <a:solidFill>
            <a:srgbClr val="F2F2F2"/>
          </a:solidFill>
          <a:ln w="25400">
            <a:solidFill>
              <a:srgbClr val="2A44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Shape 487"/>
          <p:cNvSpPr/>
          <p:nvPr/>
        </p:nvSpPr>
        <p:spPr>
          <a:xfrm>
            <a:off x="8805672" y="5047488"/>
            <a:ext cx="72466" cy="54864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0" name="Shape 488"/>
          <p:cNvSpPr/>
          <p:nvPr/>
        </p:nvSpPr>
        <p:spPr>
          <a:xfrm>
            <a:off x="8876309" y="5047488"/>
            <a:ext cx="72466" cy="54864"/>
          </a:xfrm>
          <a:prstGeom prst="rect">
            <a:avLst/>
          </a:prstGeom>
          <a:solidFill>
            <a:srgbClr val="BD3DC4"/>
          </a:solidFill>
          <a:ln w="12700">
            <a:solidFill>
              <a:srgbClr val="BD3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hape 489"/>
          <p:cNvSpPr/>
          <p:nvPr/>
        </p:nvSpPr>
        <p:spPr>
          <a:xfrm>
            <a:off x="8946947" y="5047488"/>
            <a:ext cx="72466" cy="54864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2" name="Shape 490"/>
          <p:cNvSpPr/>
          <p:nvPr/>
        </p:nvSpPr>
        <p:spPr>
          <a:xfrm>
            <a:off x="9017584" y="5047488"/>
            <a:ext cx="72466" cy="54864"/>
          </a:xfrm>
          <a:prstGeom prst="rect">
            <a:avLst/>
          </a:prstGeom>
          <a:solidFill>
            <a:srgbClr val="B741C4"/>
          </a:solidFill>
          <a:ln w="12700">
            <a:solidFill>
              <a:srgbClr val="B7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3" name="Shape 491"/>
          <p:cNvSpPr/>
          <p:nvPr/>
        </p:nvSpPr>
        <p:spPr>
          <a:xfrm>
            <a:off x="9088222" y="5047488"/>
            <a:ext cx="72466" cy="54864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2"/>
          <p:cNvSpPr/>
          <p:nvPr/>
        </p:nvSpPr>
        <p:spPr>
          <a:xfrm>
            <a:off x="9158859" y="5047488"/>
            <a:ext cx="72466" cy="54864"/>
          </a:xfrm>
          <a:prstGeom prst="rect">
            <a:avLst/>
          </a:prstGeom>
          <a:solidFill>
            <a:srgbClr val="B145C4"/>
          </a:solidFill>
          <a:ln w="12700">
            <a:solidFill>
              <a:srgbClr val="B1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Shape 493"/>
          <p:cNvSpPr/>
          <p:nvPr/>
        </p:nvSpPr>
        <p:spPr>
          <a:xfrm>
            <a:off x="9229496" y="5047488"/>
            <a:ext cx="72466" cy="54864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6" name="Shape 494"/>
          <p:cNvSpPr/>
          <p:nvPr/>
        </p:nvSpPr>
        <p:spPr>
          <a:xfrm>
            <a:off x="9300134" y="5047488"/>
            <a:ext cx="72466" cy="54864"/>
          </a:xfrm>
          <a:prstGeom prst="rect">
            <a:avLst/>
          </a:prstGeom>
          <a:solidFill>
            <a:srgbClr val="AB49C4"/>
          </a:solidFill>
          <a:ln w="12700">
            <a:solidFill>
              <a:srgbClr val="AB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7" name="Shape 495"/>
          <p:cNvSpPr/>
          <p:nvPr/>
        </p:nvSpPr>
        <p:spPr>
          <a:xfrm>
            <a:off x="9370771" y="5047488"/>
            <a:ext cx="72466" cy="54864"/>
          </a:xfrm>
          <a:prstGeom prst="rect">
            <a:avLst/>
          </a:prstGeom>
          <a:solidFill>
            <a:srgbClr val="A84BC4"/>
          </a:solidFill>
          <a:ln w="12700">
            <a:solidFill>
              <a:srgbClr val="A84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8" name="Shape 496"/>
          <p:cNvSpPr/>
          <p:nvPr/>
        </p:nvSpPr>
        <p:spPr>
          <a:xfrm>
            <a:off x="9441409" y="5047488"/>
            <a:ext cx="72466" cy="54864"/>
          </a:xfrm>
          <a:prstGeom prst="rect">
            <a:avLst/>
          </a:prstGeom>
          <a:solidFill>
            <a:srgbClr val="A54DC4"/>
          </a:solidFill>
          <a:ln w="12700">
            <a:solidFill>
              <a:srgbClr val="A5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9" name="Shape 497"/>
          <p:cNvSpPr/>
          <p:nvPr/>
        </p:nvSpPr>
        <p:spPr>
          <a:xfrm>
            <a:off x="9512046" y="5047488"/>
            <a:ext cx="72466" cy="54864"/>
          </a:xfrm>
          <a:prstGeom prst="rect">
            <a:avLst/>
          </a:prstGeom>
          <a:solidFill>
            <a:srgbClr val="A24EC5"/>
          </a:solidFill>
          <a:ln w="12700">
            <a:solidFill>
              <a:srgbClr val="A2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0" name="Shape 498"/>
          <p:cNvSpPr/>
          <p:nvPr/>
        </p:nvSpPr>
        <p:spPr>
          <a:xfrm>
            <a:off x="9582683" y="5047488"/>
            <a:ext cx="72466" cy="54864"/>
          </a:xfrm>
          <a:prstGeom prst="rect">
            <a:avLst/>
          </a:prstGeom>
          <a:solidFill>
            <a:srgbClr val="9F50C5"/>
          </a:solidFill>
          <a:ln w="12700">
            <a:solidFill>
              <a:srgbClr val="9F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1" name="Shape 499"/>
          <p:cNvSpPr/>
          <p:nvPr/>
        </p:nvSpPr>
        <p:spPr>
          <a:xfrm>
            <a:off x="9653321" y="5047488"/>
            <a:ext cx="72466" cy="54864"/>
          </a:xfrm>
          <a:prstGeom prst="rect">
            <a:avLst/>
          </a:prstGeom>
          <a:solidFill>
            <a:srgbClr val="9C52C5"/>
          </a:solidFill>
          <a:ln w="12700">
            <a:solidFill>
              <a:srgbClr val="9C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Shape 500"/>
          <p:cNvSpPr/>
          <p:nvPr/>
        </p:nvSpPr>
        <p:spPr>
          <a:xfrm>
            <a:off x="9723958" y="5047488"/>
            <a:ext cx="72466" cy="54864"/>
          </a:xfrm>
          <a:prstGeom prst="rect">
            <a:avLst/>
          </a:prstGeom>
          <a:solidFill>
            <a:srgbClr val="9954C5"/>
          </a:solidFill>
          <a:ln w="12700">
            <a:solidFill>
              <a:srgbClr val="9954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3" name="Shape 501"/>
          <p:cNvSpPr/>
          <p:nvPr/>
        </p:nvSpPr>
        <p:spPr>
          <a:xfrm>
            <a:off x="9794596" y="5047488"/>
            <a:ext cx="72466" cy="54864"/>
          </a:xfrm>
          <a:prstGeom prst="rect">
            <a:avLst/>
          </a:prstGeom>
          <a:solidFill>
            <a:srgbClr val="9656C5"/>
          </a:solidFill>
          <a:ln w="12700">
            <a:solidFill>
              <a:srgbClr val="96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4" name="Shape 502"/>
          <p:cNvSpPr/>
          <p:nvPr/>
        </p:nvSpPr>
        <p:spPr>
          <a:xfrm>
            <a:off x="9865233" y="5047488"/>
            <a:ext cx="72466" cy="54864"/>
          </a:xfrm>
          <a:prstGeom prst="rect">
            <a:avLst/>
          </a:prstGeom>
          <a:solidFill>
            <a:srgbClr val="9358C5"/>
          </a:solidFill>
          <a:ln w="12700">
            <a:solidFill>
              <a:srgbClr val="935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5" name="Shape 503"/>
          <p:cNvSpPr/>
          <p:nvPr/>
        </p:nvSpPr>
        <p:spPr>
          <a:xfrm>
            <a:off x="9935870" y="5047488"/>
            <a:ext cx="72466" cy="54864"/>
          </a:xfrm>
          <a:prstGeom prst="rect">
            <a:avLst/>
          </a:prstGeom>
          <a:solidFill>
            <a:srgbClr val="905AC5"/>
          </a:solidFill>
          <a:ln w="12700">
            <a:solidFill>
              <a:srgbClr val="90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Shape 504"/>
          <p:cNvSpPr/>
          <p:nvPr/>
        </p:nvSpPr>
        <p:spPr>
          <a:xfrm>
            <a:off x="10006508" y="5047488"/>
            <a:ext cx="72466" cy="54864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Shape 505"/>
          <p:cNvSpPr/>
          <p:nvPr/>
        </p:nvSpPr>
        <p:spPr>
          <a:xfrm>
            <a:off x="10077145" y="5047488"/>
            <a:ext cx="72466" cy="54864"/>
          </a:xfrm>
          <a:prstGeom prst="rect">
            <a:avLst/>
          </a:prstGeom>
          <a:solidFill>
            <a:srgbClr val="8A5EC5"/>
          </a:solidFill>
          <a:ln w="12700">
            <a:solidFill>
              <a:srgbClr val="8A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Shape 506"/>
          <p:cNvSpPr/>
          <p:nvPr/>
        </p:nvSpPr>
        <p:spPr>
          <a:xfrm>
            <a:off x="10147783" y="5047488"/>
            <a:ext cx="72466" cy="54864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9" name="Shape 507"/>
          <p:cNvSpPr/>
          <p:nvPr/>
        </p:nvSpPr>
        <p:spPr>
          <a:xfrm>
            <a:off x="10145573" y="5047488"/>
            <a:ext cx="183641" cy="64008"/>
          </a:xfrm>
          <a:prstGeom prst="rect">
            <a:avLst/>
          </a:prstGeom>
          <a:solidFill>
            <a:srgbClr val="8362C5"/>
          </a:solidFill>
          <a:ln w="12700">
            <a:solidFill>
              <a:srgbClr val="836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0" name="Shape 508"/>
          <p:cNvSpPr/>
          <p:nvPr/>
        </p:nvSpPr>
        <p:spPr>
          <a:xfrm>
            <a:off x="10289057" y="5047488"/>
            <a:ext cx="72466" cy="54864"/>
          </a:xfrm>
          <a:prstGeom prst="rect">
            <a:avLst/>
          </a:prstGeom>
          <a:solidFill>
            <a:srgbClr val="7C63C6"/>
          </a:solidFill>
          <a:ln w="12700">
            <a:solidFill>
              <a:srgbClr val="7C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Shape 509"/>
          <p:cNvSpPr/>
          <p:nvPr/>
        </p:nvSpPr>
        <p:spPr>
          <a:xfrm>
            <a:off x="10359695" y="5047488"/>
            <a:ext cx="72466" cy="54864"/>
          </a:xfrm>
          <a:prstGeom prst="rect">
            <a:avLst/>
          </a:prstGeom>
          <a:solidFill>
            <a:srgbClr val="7564C7"/>
          </a:solidFill>
          <a:ln w="12700">
            <a:solidFill>
              <a:srgbClr val="75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Shape 510"/>
          <p:cNvSpPr/>
          <p:nvPr/>
        </p:nvSpPr>
        <p:spPr>
          <a:xfrm>
            <a:off x="10430332" y="5047488"/>
            <a:ext cx="72466" cy="54864"/>
          </a:xfrm>
          <a:prstGeom prst="rect">
            <a:avLst/>
          </a:prstGeom>
          <a:solidFill>
            <a:srgbClr val="6E65C8"/>
          </a:solidFill>
          <a:ln w="12700">
            <a:solidFill>
              <a:srgbClr val="6E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3" name="Shape 511"/>
          <p:cNvSpPr/>
          <p:nvPr/>
        </p:nvSpPr>
        <p:spPr>
          <a:xfrm>
            <a:off x="10500970" y="5047488"/>
            <a:ext cx="72466" cy="54864"/>
          </a:xfrm>
          <a:prstGeom prst="rect">
            <a:avLst/>
          </a:prstGeom>
          <a:solidFill>
            <a:srgbClr val="6766C8"/>
          </a:solidFill>
          <a:ln w="12700">
            <a:solidFill>
              <a:srgbClr val="67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Shape 512"/>
          <p:cNvSpPr/>
          <p:nvPr/>
        </p:nvSpPr>
        <p:spPr>
          <a:xfrm>
            <a:off x="10571607" y="5047488"/>
            <a:ext cx="72466" cy="54864"/>
          </a:xfrm>
          <a:prstGeom prst="rect">
            <a:avLst/>
          </a:prstGeom>
          <a:solidFill>
            <a:srgbClr val="6067C9"/>
          </a:solidFill>
          <a:ln w="12700">
            <a:solidFill>
              <a:srgbClr val="60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5" name="Shape 513"/>
          <p:cNvSpPr/>
          <p:nvPr/>
        </p:nvSpPr>
        <p:spPr>
          <a:xfrm>
            <a:off x="10642244" y="5047488"/>
            <a:ext cx="72466" cy="54864"/>
          </a:xfrm>
          <a:prstGeom prst="rect">
            <a:avLst/>
          </a:prstGeom>
          <a:solidFill>
            <a:srgbClr val="5969CA"/>
          </a:solidFill>
          <a:ln w="12700">
            <a:solidFill>
              <a:srgbClr val="59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6" name="Shape 514"/>
          <p:cNvSpPr/>
          <p:nvPr/>
        </p:nvSpPr>
        <p:spPr>
          <a:xfrm>
            <a:off x="10712882" y="5047488"/>
            <a:ext cx="72466" cy="54864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Shape 515"/>
          <p:cNvSpPr/>
          <p:nvPr/>
        </p:nvSpPr>
        <p:spPr>
          <a:xfrm>
            <a:off x="10783519" y="5047488"/>
            <a:ext cx="72466" cy="54864"/>
          </a:xfrm>
          <a:prstGeom prst="rect">
            <a:avLst/>
          </a:prstGeom>
          <a:solidFill>
            <a:srgbClr val="4C6BCC"/>
          </a:solidFill>
          <a:ln w="12700">
            <a:solidFill>
              <a:srgbClr val="4C6B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8" name="Shape 516"/>
          <p:cNvSpPr/>
          <p:nvPr/>
        </p:nvSpPr>
        <p:spPr>
          <a:xfrm>
            <a:off x="10854157" y="5047488"/>
            <a:ext cx="72466" cy="54864"/>
          </a:xfrm>
          <a:prstGeom prst="rect">
            <a:avLst/>
          </a:prstGeom>
          <a:solidFill>
            <a:srgbClr val="456CCC"/>
          </a:solidFill>
          <a:ln w="12700">
            <a:solidFill>
              <a:srgbClr val="45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9" name="Shape 517"/>
          <p:cNvSpPr/>
          <p:nvPr/>
        </p:nvSpPr>
        <p:spPr>
          <a:xfrm>
            <a:off x="10924794" y="5047488"/>
            <a:ext cx="72466" cy="54864"/>
          </a:xfrm>
          <a:prstGeom prst="rect">
            <a:avLst/>
          </a:prstGeom>
          <a:solidFill>
            <a:srgbClr val="3E6DCD"/>
          </a:solidFill>
          <a:ln w="12700">
            <a:solidFill>
              <a:srgbClr val="3E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Shape 518"/>
          <p:cNvSpPr/>
          <p:nvPr/>
        </p:nvSpPr>
        <p:spPr>
          <a:xfrm>
            <a:off x="10995431" y="5047488"/>
            <a:ext cx="72466" cy="54864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1" name="Shape 519"/>
          <p:cNvSpPr/>
          <p:nvPr/>
        </p:nvSpPr>
        <p:spPr>
          <a:xfrm>
            <a:off x="11066069" y="5047488"/>
            <a:ext cx="72466" cy="54864"/>
          </a:xfrm>
          <a:prstGeom prst="rect">
            <a:avLst/>
          </a:prstGeom>
          <a:solidFill>
            <a:srgbClr val="3070CF"/>
          </a:solidFill>
          <a:ln w="12700">
            <a:solidFill>
              <a:srgbClr val="30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Shape 520"/>
          <p:cNvSpPr/>
          <p:nvPr/>
        </p:nvSpPr>
        <p:spPr>
          <a:xfrm>
            <a:off x="11136706" y="5047488"/>
            <a:ext cx="72466" cy="54864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3" name="Shape 521"/>
          <p:cNvSpPr/>
          <p:nvPr/>
        </p:nvSpPr>
        <p:spPr>
          <a:xfrm>
            <a:off x="11207344" y="5047488"/>
            <a:ext cx="72466" cy="54864"/>
          </a:xfrm>
          <a:prstGeom prst="rect">
            <a:avLst/>
          </a:prstGeom>
          <a:solidFill>
            <a:srgbClr val="2272D0"/>
          </a:solidFill>
          <a:ln w="12700">
            <a:solidFill>
              <a:srgbClr val="22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4" name="Shape 522"/>
          <p:cNvSpPr/>
          <p:nvPr/>
        </p:nvSpPr>
        <p:spPr>
          <a:xfrm>
            <a:off x="11277981" y="5047488"/>
            <a:ext cx="72466" cy="54864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5" name="Shape 523"/>
          <p:cNvSpPr/>
          <p:nvPr/>
        </p:nvSpPr>
        <p:spPr>
          <a:xfrm>
            <a:off x="11348618" y="5047488"/>
            <a:ext cx="72466" cy="54864"/>
          </a:xfrm>
          <a:prstGeom prst="rect">
            <a:avLst/>
          </a:prstGeom>
          <a:solidFill>
            <a:srgbClr val="1574D2"/>
          </a:solidFill>
          <a:ln w="12700">
            <a:solidFill>
              <a:srgbClr val="1574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6" name="Shape 524"/>
          <p:cNvSpPr/>
          <p:nvPr/>
        </p:nvSpPr>
        <p:spPr>
          <a:xfrm>
            <a:off x="11419256" y="5047488"/>
            <a:ext cx="72466" cy="54864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Shape 525"/>
          <p:cNvSpPr/>
          <p:nvPr/>
        </p:nvSpPr>
        <p:spPr>
          <a:xfrm>
            <a:off x="11489893" y="5047488"/>
            <a:ext cx="72466" cy="54864"/>
          </a:xfrm>
          <a:prstGeom prst="rect">
            <a:avLst/>
          </a:prstGeom>
          <a:solidFill>
            <a:srgbClr val="0777D3"/>
          </a:solidFill>
          <a:ln w="12700">
            <a:solidFill>
              <a:srgbClr val="07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8" name="Shape 526"/>
          <p:cNvSpPr/>
          <p:nvPr/>
        </p:nvSpPr>
        <p:spPr>
          <a:xfrm>
            <a:off x="11560531" y="5047488"/>
            <a:ext cx="7246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9" name="Shape 527"/>
          <p:cNvSpPr/>
          <p:nvPr/>
        </p:nvSpPr>
        <p:spPr>
          <a:xfrm>
            <a:off x="8869680" y="5175504"/>
            <a:ext cx="1453896" cy="274320"/>
          </a:xfrm>
          <a:prstGeom prst="roundRect">
            <a:avLst>
              <a:gd name="adj" fmla="val 50000"/>
            </a:avLst>
          </a:prstGeom>
          <a:solidFill>
            <a:srgbClr val="2A446F"/>
          </a:solidFill>
          <a:ln w="12700">
            <a:solidFill>
              <a:srgbClr val="2A44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0" name="Text 528"/>
          <p:cNvSpPr/>
          <p:nvPr/>
        </p:nvSpPr>
        <p:spPr>
          <a:xfrm>
            <a:off x="8869680" y="5175504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OUTPUTS</a:t>
            </a:r>
            <a:endParaRPr lang="en-US" sz="1000" dirty="0"/>
          </a:p>
        </p:txBody>
      </p:sp>
      <p:sp>
        <p:nvSpPr>
          <p:cNvPr id="531" name="Text 529"/>
          <p:cNvSpPr/>
          <p:nvPr/>
        </p:nvSpPr>
        <p:spPr>
          <a:xfrm>
            <a:off x="8897112" y="5486400"/>
            <a:ext cx="2642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532" name="Text 530"/>
          <p:cNvSpPr/>
          <p:nvPr/>
        </p:nvSpPr>
        <p:spPr>
          <a:xfrm>
            <a:off x="8881224" y="5647985"/>
            <a:ext cx="2569464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Executive Report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Excel CSA Workbook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JSON Artifact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Workshop Dialogue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CI/CD Posture Artifacts (GitHub Actions)</a:t>
            </a:r>
            <a:endParaRPr lang="en-US" sz="1050" dirty="0"/>
          </a:p>
        </p:txBody>
      </p:sp>
      <p:sp>
        <p:nvSpPr>
          <p:cNvPr id="533" name="Shape 531"/>
          <p:cNvSpPr/>
          <p:nvPr/>
        </p:nvSpPr>
        <p:spPr>
          <a:xfrm>
            <a:off x="10218420" y="5020056"/>
            <a:ext cx="0" cy="27432"/>
          </a:xfrm>
          <a:prstGeom prst="line">
            <a:avLst/>
          </a:prstGeom>
          <a:noFill/>
          <a:ln w="19050">
            <a:solidFill>
              <a:srgbClr val="2A446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34" name="Shape 532"/>
          <p:cNvSpPr/>
          <p:nvPr/>
        </p:nvSpPr>
        <p:spPr>
          <a:xfrm>
            <a:off x="502920" y="6510528"/>
            <a:ext cx="11201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5" name="Shape 533"/>
          <p:cNvSpPr/>
          <p:nvPr/>
        </p:nvSpPr>
        <p:spPr>
          <a:xfrm>
            <a:off x="594360" y="6510528"/>
            <a:ext cx="185471" cy="41148"/>
          </a:xfrm>
          <a:prstGeom prst="rect">
            <a:avLst/>
          </a:prstGeom>
          <a:solidFill>
            <a:srgbClr val="C03BC4"/>
          </a:solidFill>
          <a:ln w="12700">
            <a:solidFill>
              <a:srgbClr val="C03B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6" name="Shape 534"/>
          <p:cNvSpPr/>
          <p:nvPr/>
        </p:nvSpPr>
        <p:spPr>
          <a:xfrm>
            <a:off x="778002" y="6510528"/>
            <a:ext cx="185471" cy="41148"/>
          </a:xfrm>
          <a:prstGeom prst="rect">
            <a:avLst/>
          </a:prstGeom>
          <a:solidFill>
            <a:srgbClr val="BE3CC4"/>
          </a:solidFill>
          <a:ln w="12700">
            <a:solidFill>
              <a:srgbClr val="BE3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Shape 535"/>
          <p:cNvSpPr/>
          <p:nvPr/>
        </p:nvSpPr>
        <p:spPr>
          <a:xfrm>
            <a:off x="961644" y="6510528"/>
            <a:ext cx="185471" cy="41148"/>
          </a:xfrm>
          <a:prstGeom prst="rect">
            <a:avLst/>
          </a:prstGeom>
          <a:solidFill>
            <a:srgbClr val="BC3EC4"/>
          </a:solidFill>
          <a:ln w="12700">
            <a:solidFill>
              <a:srgbClr val="BC3E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8" name="Shape 536"/>
          <p:cNvSpPr/>
          <p:nvPr/>
        </p:nvSpPr>
        <p:spPr>
          <a:xfrm>
            <a:off x="1145286" y="6510528"/>
            <a:ext cx="185471" cy="41148"/>
          </a:xfrm>
          <a:prstGeom prst="rect">
            <a:avLst/>
          </a:prstGeom>
          <a:solidFill>
            <a:srgbClr val="BA3FC4"/>
          </a:solidFill>
          <a:ln w="12700">
            <a:solidFill>
              <a:srgbClr val="BA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9" name="Shape 537"/>
          <p:cNvSpPr/>
          <p:nvPr/>
        </p:nvSpPr>
        <p:spPr>
          <a:xfrm>
            <a:off x="1328928" y="6510528"/>
            <a:ext cx="185471" cy="41148"/>
          </a:xfrm>
          <a:prstGeom prst="rect">
            <a:avLst/>
          </a:prstGeom>
          <a:solidFill>
            <a:srgbClr val="B840C4"/>
          </a:solidFill>
          <a:ln w="12700">
            <a:solidFill>
              <a:srgbClr val="B84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0" name="Shape 538"/>
          <p:cNvSpPr/>
          <p:nvPr/>
        </p:nvSpPr>
        <p:spPr>
          <a:xfrm>
            <a:off x="1512570" y="6510528"/>
            <a:ext cx="185471" cy="41148"/>
          </a:xfrm>
          <a:prstGeom prst="rect">
            <a:avLst/>
          </a:prstGeom>
          <a:solidFill>
            <a:srgbClr val="B641C4"/>
          </a:solidFill>
          <a:ln w="12700">
            <a:solidFill>
              <a:srgbClr val="B641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1" name="Shape 539"/>
          <p:cNvSpPr/>
          <p:nvPr/>
        </p:nvSpPr>
        <p:spPr>
          <a:xfrm>
            <a:off x="1696212" y="6510528"/>
            <a:ext cx="185471" cy="41148"/>
          </a:xfrm>
          <a:prstGeom prst="rect">
            <a:avLst/>
          </a:prstGeom>
          <a:solidFill>
            <a:srgbClr val="B443C4"/>
          </a:solidFill>
          <a:ln w="12700">
            <a:solidFill>
              <a:srgbClr val="B443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2" name="Shape 540"/>
          <p:cNvSpPr/>
          <p:nvPr/>
        </p:nvSpPr>
        <p:spPr>
          <a:xfrm>
            <a:off x="1879854" y="6510528"/>
            <a:ext cx="185471" cy="41148"/>
          </a:xfrm>
          <a:prstGeom prst="rect">
            <a:avLst/>
          </a:prstGeom>
          <a:solidFill>
            <a:srgbClr val="B244C4"/>
          </a:solidFill>
          <a:ln w="12700">
            <a:solidFill>
              <a:srgbClr val="B24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3" name="Shape 541"/>
          <p:cNvSpPr/>
          <p:nvPr/>
        </p:nvSpPr>
        <p:spPr>
          <a:xfrm>
            <a:off x="2063496" y="6510528"/>
            <a:ext cx="185471" cy="41148"/>
          </a:xfrm>
          <a:prstGeom prst="rect">
            <a:avLst/>
          </a:prstGeom>
          <a:solidFill>
            <a:srgbClr val="B045C4"/>
          </a:solidFill>
          <a:ln w="12700">
            <a:solidFill>
              <a:srgbClr val="B045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4" name="Shape 542"/>
          <p:cNvSpPr/>
          <p:nvPr/>
        </p:nvSpPr>
        <p:spPr>
          <a:xfrm>
            <a:off x="2247138" y="6510528"/>
            <a:ext cx="185471" cy="41148"/>
          </a:xfrm>
          <a:prstGeom prst="rect">
            <a:avLst/>
          </a:prstGeom>
          <a:solidFill>
            <a:srgbClr val="AE47C4"/>
          </a:solidFill>
          <a:ln w="12700">
            <a:solidFill>
              <a:srgbClr val="AE47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5" name="Shape 543"/>
          <p:cNvSpPr/>
          <p:nvPr/>
        </p:nvSpPr>
        <p:spPr>
          <a:xfrm>
            <a:off x="2430780" y="6510528"/>
            <a:ext cx="185471" cy="41148"/>
          </a:xfrm>
          <a:prstGeom prst="rect">
            <a:avLst/>
          </a:prstGeom>
          <a:solidFill>
            <a:srgbClr val="AC48C4"/>
          </a:solidFill>
          <a:ln w="12700">
            <a:solidFill>
              <a:srgbClr val="AC48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6" name="Shape 544"/>
          <p:cNvSpPr/>
          <p:nvPr/>
        </p:nvSpPr>
        <p:spPr>
          <a:xfrm>
            <a:off x="2614422" y="6510528"/>
            <a:ext cx="185471" cy="41148"/>
          </a:xfrm>
          <a:prstGeom prst="rect">
            <a:avLst/>
          </a:prstGeom>
          <a:solidFill>
            <a:srgbClr val="AA49C4"/>
          </a:solidFill>
          <a:ln w="12700">
            <a:solidFill>
              <a:srgbClr val="AA4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7" name="Shape 545"/>
          <p:cNvSpPr/>
          <p:nvPr/>
        </p:nvSpPr>
        <p:spPr>
          <a:xfrm>
            <a:off x="2798064" y="6510528"/>
            <a:ext cx="185471" cy="41148"/>
          </a:xfrm>
          <a:prstGeom prst="rect">
            <a:avLst/>
          </a:prstGeom>
          <a:solidFill>
            <a:srgbClr val="A84AC4"/>
          </a:solidFill>
          <a:ln w="12700">
            <a:solidFill>
              <a:srgbClr val="A84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8" name="Shape 546"/>
          <p:cNvSpPr/>
          <p:nvPr/>
        </p:nvSpPr>
        <p:spPr>
          <a:xfrm>
            <a:off x="2981706" y="6510528"/>
            <a:ext cx="185471" cy="41148"/>
          </a:xfrm>
          <a:prstGeom prst="rect">
            <a:avLst/>
          </a:prstGeom>
          <a:solidFill>
            <a:srgbClr val="A64CC4"/>
          </a:solidFill>
          <a:ln w="12700">
            <a:solidFill>
              <a:srgbClr val="A64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9" name="Shape 547"/>
          <p:cNvSpPr/>
          <p:nvPr/>
        </p:nvSpPr>
        <p:spPr>
          <a:xfrm>
            <a:off x="3165348" y="6510528"/>
            <a:ext cx="185471" cy="41148"/>
          </a:xfrm>
          <a:prstGeom prst="rect">
            <a:avLst/>
          </a:prstGeom>
          <a:solidFill>
            <a:srgbClr val="A44DC4"/>
          </a:solidFill>
          <a:ln w="12700">
            <a:solidFill>
              <a:srgbClr val="A44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0" name="Shape 548"/>
          <p:cNvSpPr/>
          <p:nvPr/>
        </p:nvSpPr>
        <p:spPr>
          <a:xfrm>
            <a:off x="3348990" y="6510528"/>
            <a:ext cx="185471" cy="41148"/>
          </a:xfrm>
          <a:prstGeom prst="rect">
            <a:avLst/>
          </a:prstGeom>
          <a:solidFill>
            <a:srgbClr val="A34EC5"/>
          </a:solidFill>
          <a:ln w="12700">
            <a:solidFill>
              <a:srgbClr val="A34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1" name="Shape 549"/>
          <p:cNvSpPr/>
          <p:nvPr/>
        </p:nvSpPr>
        <p:spPr>
          <a:xfrm>
            <a:off x="3532632" y="6510528"/>
            <a:ext cx="185471" cy="41148"/>
          </a:xfrm>
          <a:prstGeom prst="rect">
            <a:avLst/>
          </a:prstGeom>
          <a:solidFill>
            <a:srgbClr val="A150C5"/>
          </a:solidFill>
          <a:ln w="12700">
            <a:solidFill>
              <a:srgbClr val="A15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2" name="Shape 550"/>
          <p:cNvSpPr/>
          <p:nvPr/>
        </p:nvSpPr>
        <p:spPr>
          <a:xfrm>
            <a:off x="3716274" y="6510528"/>
            <a:ext cx="185471" cy="41148"/>
          </a:xfrm>
          <a:prstGeom prst="rect">
            <a:avLst/>
          </a:prstGeom>
          <a:solidFill>
            <a:srgbClr val="9F51C5"/>
          </a:solidFill>
          <a:ln w="12700">
            <a:solidFill>
              <a:srgbClr val="9F5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3" name="Shape 551"/>
          <p:cNvSpPr/>
          <p:nvPr/>
        </p:nvSpPr>
        <p:spPr>
          <a:xfrm>
            <a:off x="3899916" y="6510528"/>
            <a:ext cx="185471" cy="41148"/>
          </a:xfrm>
          <a:prstGeom prst="rect">
            <a:avLst/>
          </a:prstGeom>
          <a:solidFill>
            <a:srgbClr val="9D52C5"/>
          </a:solidFill>
          <a:ln w="12700">
            <a:solidFill>
              <a:srgbClr val="9D52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4" name="Shape 552"/>
          <p:cNvSpPr/>
          <p:nvPr/>
        </p:nvSpPr>
        <p:spPr>
          <a:xfrm>
            <a:off x="4083558" y="6510528"/>
            <a:ext cx="185471" cy="41148"/>
          </a:xfrm>
          <a:prstGeom prst="rect">
            <a:avLst/>
          </a:prstGeom>
          <a:solidFill>
            <a:srgbClr val="9B53C5"/>
          </a:solidFill>
          <a:ln w="12700">
            <a:solidFill>
              <a:srgbClr val="9B5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5" name="Shape 553"/>
          <p:cNvSpPr/>
          <p:nvPr/>
        </p:nvSpPr>
        <p:spPr>
          <a:xfrm>
            <a:off x="4267200" y="6510528"/>
            <a:ext cx="185471" cy="41148"/>
          </a:xfrm>
          <a:prstGeom prst="rect">
            <a:avLst/>
          </a:prstGeom>
          <a:solidFill>
            <a:srgbClr val="9955C5"/>
          </a:solidFill>
          <a:ln w="12700">
            <a:solidFill>
              <a:srgbClr val="995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6" name="Shape 554"/>
          <p:cNvSpPr/>
          <p:nvPr/>
        </p:nvSpPr>
        <p:spPr>
          <a:xfrm>
            <a:off x="4450842" y="6510528"/>
            <a:ext cx="185471" cy="41148"/>
          </a:xfrm>
          <a:prstGeom prst="rect">
            <a:avLst/>
          </a:prstGeom>
          <a:solidFill>
            <a:srgbClr val="9756C5"/>
          </a:solidFill>
          <a:ln w="12700">
            <a:solidFill>
              <a:srgbClr val="9756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7" name="Shape 555"/>
          <p:cNvSpPr/>
          <p:nvPr/>
        </p:nvSpPr>
        <p:spPr>
          <a:xfrm>
            <a:off x="4634484" y="6510528"/>
            <a:ext cx="185471" cy="41148"/>
          </a:xfrm>
          <a:prstGeom prst="rect">
            <a:avLst/>
          </a:prstGeom>
          <a:solidFill>
            <a:srgbClr val="9557C5"/>
          </a:solidFill>
          <a:ln w="12700">
            <a:solidFill>
              <a:srgbClr val="9557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8" name="Shape 556"/>
          <p:cNvSpPr/>
          <p:nvPr/>
        </p:nvSpPr>
        <p:spPr>
          <a:xfrm>
            <a:off x="4818126" y="6510528"/>
            <a:ext cx="185471" cy="41148"/>
          </a:xfrm>
          <a:prstGeom prst="rect">
            <a:avLst/>
          </a:prstGeom>
          <a:solidFill>
            <a:srgbClr val="9359C5"/>
          </a:solidFill>
          <a:ln w="12700">
            <a:solidFill>
              <a:srgbClr val="9359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9" name="Shape 557"/>
          <p:cNvSpPr/>
          <p:nvPr/>
        </p:nvSpPr>
        <p:spPr>
          <a:xfrm>
            <a:off x="5001768" y="6510528"/>
            <a:ext cx="185471" cy="41148"/>
          </a:xfrm>
          <a:prstGeom prst="rect">
            <a:avLst/>
          </a:prstGeom>
          <a:solidFill>
            <a:srgbClr val="915AC5"/>
          </a:solidFill>
          <a:ln w="12700">
            <a:solidFill>
              <a:srgbClr val="915A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0" name="Shape 558"/>
          <p:cNvSpPr/>
          <p:nvPr/>
        </p:nvSpPr>
        <p:spPr>
          <a:xfrm>
            <a:off x="5185410" y="6510528"/>
            <a:ext cx="185471" cy="41148"/>
          </a:xfrm>
          <a:prstGeom prst="rect">
            <a:avLst/>
          </a:prstGeom>
          <a:solidFill>
            <a:srgbClr val="8F5BC5"/>
          </a:solidFill>
          <a:ln w="12700">
            <a:solidFill>
              <a:srgbClr val="8F5B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1" name="Shape 559"/>
          <p:cNvSpPr/>
          <p:nvPr/>
        </p:nvSpPr>
        <p:spPr>
          <a:xfrm>
            <a:off x="5369052" y="6510528"/>
            <a:ext cx="185471" cy="41148"/>
          </a:xfrm>
          <a:prstGeom prst="rect">
            <a:avLst/>
          </a:prstGeom>
          <a:solidFill>
            <a:srgbClr val="8D5CC5"/>
          </a:solidFill>
          <a:ln w="12700">
            <a:solidFill>
              <a:srgbClr val="8D5C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2" name="Shape 560"/>
          <p:cNvSpPr/>
          <p:nvPr/>
        </p:nvSpPr>
        <p:spPr>
          <a:xfrm>
            <a:off x="5552694" y="6510528"/>
            <a:ext cx="185471" cy="41148"/>
          </a:xfrm>
          <a:prstGeom prst="rect">
            <a:avLst/>
          </a:prstGeom>
          <a:solidFill>
            <a:srgbClr val="8B5EC5"/>
          </a:solidFill>
          <a:ln w="12700">
            <a:solidFill>
              <a:srgbClr val="8B5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3" name="Shape 561"/>
          <p:cNvSpPr/>
          <p:nvPr/>
        </p:nvSpPr>
        <p:spPr>
          <a:xfrm>
            <a:off x="5736336" y="6510528"/>
            <a:ext cx="185471" cy="41148"/>
          </a:xfrm>
          <a:prstGeom prst="rect">
            <a:avLst/>
          </a:prstGeom>
          <a:solidFill>
            <a:srgbClr val="895FC5"/>
          </a:solidFill>
          <a:ln w="12700">
            <a:solidFill>
              <a:srgbClr val="895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4" name="Shape 562"/>
          <p:cNvSpPr/>
          <p:nvPr/>
        </p:nvSpPr>
        <p:spPr>
          <a:xfrm>
            <a:off x="5919978" y="6510528"/>
            <a:ext cx="185471" cy="41148"/>
          </a:xfrm>
          <a:prstGeom prst="rect">
            <a:avLst/>
          </a:prstGeom>
          <a:solidFill>
            <a:srgbClr val="8760C5"/>
          </a:solidFill>
          <a:ln w="12700">
            <a:solidFill>
              <a:srgbClr val="8760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5" name="Shape 563"/>
          <p:cNvSpPr/>
          <p:nvPr/>
        </p:nvSpPr>
        <p:spPr>
          <a:xfrm>
            <a:off x="6103620" y="6510528"/>
            <a:ext cx="185471" cy="41148"/>
          </a:xfrm>
          <a:prstGeom prst="rect">
            <a:avLst/>
          </a:prstGeom>
          <a:solidFill>
            <a:srgbClr val="8461C5"/>
          </a:solidFill>
          <a:ln w="12700">
            <a:solidFill>
              <a:srgbClr val="8461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6" name="Shape 564"/>
          <p:cNvSpPr/>
          <p:nvPr/>
        </p:nvSpPr>
        <p:spPr>
          <a:xfrm>
            <a:off x="6287262" y="6510528"/>
            <a:ext cx="185471" cy="41148"/>
          </a:xfrm>
          <a:prstGeom prst="rect">
            <a:avLst/>
          </a:prstGeom>
          <a:solidFill>
            <a:srgbClr val="7F62C6"/>
          </a:solidFill>
          <a:ln w="12700">
            <a:solidFill>
              <a:srgbClr val="7F6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7" name="Shape 565"/>
          <p:cNvSpPr/>
          <p:nvPr/>
        </p:nvSpPr>
        <p:spPr>
          <a:xfrm>
            <a:off x="6470904" y="6510528"/>
            <a:ext cx="185471" cy="41148"/>
          </a:xfrm>
          <a:prstGeom prst="rect">
            <a:avLst/>
          </a:prstGeom>
          <a:solidFill>
            <a:srgbClr val="7B63C6"/>
          </a:solidFill>
          <a:ln w="12700">
            <a:solidFill>
              <a:srgbClr val="7B6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8" name="Shape 566"/>
          <p:cNvSpPr/>
          <p:nvPr/>
        </p:nvSpPr>
        <p:spPr>
          <a:xfrm>
            <a:off x="6654546" y="6510528"/>
            <a:ext cx="185471" cy="41148"/>
          </a:xfrm>
          <a:prstGeom prst="rect">
            <a:avLst/>
          </a:prstGeom>
          <a:solidFill>
            <a:srgbClr val="7664C7"/>
          </a:solidFill>
          <a:ln w="12700">
            <a:solidFill>
              <a:srgbClr val="7664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9" name="Shape 567"/>
          <p:cNvSpPr/>
          <p:nvPr/>
        </p:nvSpPr>
        <p:spPr>
          <a:xfrm>
            <a:off x="6838188" y="6510528"/>
            <a:ext cx="185471" cy="41148"/>
          </a:xfrm>
          <a:prstGeom prst="rect">
            <a:avLst/>
          </a:prstGeom>
          <a:solidFill>
            <a:srgbClr val="7265C7"/>
          </a:solidFill>
          <a:ln w="12700">
            <a:solidFill>
              <a:srgbClr val="7265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0" name="Shape 568"/>
          <p:cNvSpPr/>
          <p:nvPr/>
        </p:nvSpPr>
        <p:spPr>
          <a:xfrm>
            <a:off x="7021830" y="6510528"/>
            <a:ext cx="185471" cy="41148"/>
          </a:xfrm>
          <a:prstGeom prst="rect">
            <a:avLst/>
          </a:prstGeom>
          <a:solidFill>
            <a:srgbClr val="6D65C8"/>
          </a:solidFill>
          <a:ln w="12700">
            <a:solidFill>
              <a:srgbClr val="6D65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1" name="Shape 569"/>
          <p:cNvSpPr/>
          <p:nvPr/>
        </p:nvSpPr>
        <p:spPr>
          <a:xfrm>
            <a:off x="7205472" y="6510528"/>
            <a:ext cx="185471" cy="41148"/>
          </a:xfrm>
          <a:prstGeom prst="rect">
            <a:avLst/>
          </a:prstGeom>
          <a:solidFill>
            <a:srgbClr val="6866C8"/>
          </a:solidFill>
          <a:ln w="12700">
            <a:solidFill>
              <a:srgbClr val="6866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2" name="Shape 570"/>
          <p:cNvSpPr/>
          <p:nvPr/>
        </p:nvSpPr>
        <p:spPr>
          <a:xfrm>
            <a:off x="7389114" y="6510528"/>
            <a:ext cx="185471" cy="41148"/>
          </a:xfrm>
          <a:prstGeom prst="rect">
            <a:avLst/>
          </a:prstGeom>
          <a:solidFill>
            <a:srgbClr val="6467C9"/>
          </a:solidFill>
          <a:ln w="12700">
            <a:solidFill>
              <a:srgbClr val="6467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3" name="Shape 571"/>
          <p:cNvSpPr/>
          <p:nvPr/>
        </p:nvSpPr>
        <p:spPr>
          <a:xfrm>
            <a:off x="7572756" y="6510528"/>
            <a:ext cx="185471" cy="41148"/>
          </a:xfrm>
          <a:prstGeom prst="rect">
            <a:avLst/>
          </a:prstGeom>
          <a:solidFill>
            <a:srgbClr val="5F68C9"/>
          </a:solidFill>
          <a:ln w="12700">
            <a:solidFill>
              <a:srgbClr val="5F6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4" name="Shape 572"/>
          <p:cNvSpPr/>
          <p:nvPr/>
        </p:nvSpPr>
        <p:spPr>
          <a:xfrm>
            <a:off x="7756398" y="6510528"/>
            <a:ext cx="185471" cy="41148"/>
          </a:xfrm>
          <a:prstGeom prst="rect">
            <a:avLst/>
          </a:prstGeom>
          <a:solidFill>
            <a:srgbClr val="5B68CA"/>
          </a:solidFill>
          <a:ln w="12700">
            <a:solidFill>
              <a:srgbClr val="5B68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5" name="Shape 573"/>
          <p:cNvSpPr/>
          <p:nvPr/>
        </p:nvSpPr>
        <p:spPr>
          <a:xfrm>
            <a:off x="7940040" y="6510528"/>
            <a:ext cx="185471" cy="41148"/>
          </a:xfrm>
          <a:prstGeom prst="rect">
            <a:avLst/>
          </a:prstGeom>
          <a:solidFill>
            <a:srgbClr val="5669CA"/>
          </a:solidFill>
          <a:ln w="12700">
            <a:solidFill>
              <a:srgbClr val="5669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6" name="Shape 574"/>
          <p:cNvSpPr/>
          <p:nvPr/>
        </p:nvSpPr>
        <p:spPr>
          <a:xfrm>
            <a:off x="8123682" y="6510528"/>
            <a:ext cx="185471" cy="41148"/>
          </a:xfrm>
          <a:prstGeom prst="rect">
            <a:avLst/>
          </a:prstGeom>
          <a:solidFill>
            <a:srgbClr val="526ACB"/>
          </a:solidFill>
          <a:ln w="12700">
            <a:solidFill>
              <a:srgbClr val="526A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7" name="Shape 575"/>
          <p:cNvSpPr/>
          <p:nvPr/>
        </p:nvSpPr>
        <p:spPr>
          <a:xfrm>
            <a:off x="8307324" y="6510528"/>
            <a:ext cx="185471" cy="41148"/>
          </a:xfrm>
          <a:prstGeom prst="rect">
            <a:avLst/>
          </a:prstGeom>
          <a:solidFill>
            <a:srgbClr val="4D6BCB"/>
          </a:solidFill>
          <a:ln w="12700">
            <a:solidFill>
              <a:srgbClr val="4D6B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8" name="Shape 576"/>
          <p:cNvSpPr/>
          <p:nvPr/>
        </p:nvSpPr>
        <p:spPr>
          <a:xfrm>
            <a:off x="8490966" y="6510528"/>
            <a:ext cx="185471" cy="41148"/>
          </a:xfrm>
          <a:prstGeom prst="rect">
            <a:avLst/>
          </a:prstGeom>
          <a:solidFill>
            <a:srgbClr val="496CCC"/>
          </a:solidFill>
          <a:ln w="12700">
            <a:solidFill>
              <a:srgbClr val="49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9" name="Shape 577"/>
          <p:cNvSpPr/>
          <p:nvPr/>
        </p:nvSpPr>
        <p:spPr>
          <a:xfrm>
            <a:off x="8674608" y="6510528"/>
            <a:ext cx="185471" cy="41148"/>
          </a:xfrm>
          <a:prstGeom prst="rect">
            <a:avLst/>
          </a:prstGeom>
          <a:solidFill>
            <a:srgbClr val="446CCC"/>
          </a:solidFill>
          <a:ln w="12700">
            <a:solidFill>
              <a:srgbClr val="446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0" name="Shape 578"/>
          <p:cNvSpPr/>
          <p:nvPr/>
        </p:nvSpPr>
        <p:spPr>
          <a:xfrm>
            <a:off x="8858250" y="6510528"/>
            <a:ext cx="185471" cy="41148"/>
          </a:xfrm>
          <a:prstGeom prst="rect">
            <a:avLst/>
          </a:prstGeom>
          <a:solidFill>
            <a:srgbClr val="406DCD"/>
          </a:solidFill>
          <a:ln w="12700">
            <a:solidFill>
              <a:srgbClr val="406D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1" name="Shape 579"/>
          <p:cNvSpPr/>
          <p:nvPr/>
        </p:nvSpPr>
        <p:spPr>
          <a:xfrm>
            <a:off x="9041892" y="6510528"/>
            <a:ext cx="185471" cy="41148"/>
          </a:xfrm>
          <a:prstGeom prst="rect">
            <a:avLst/>
          </a:prstGeom>
          <a:solidFill>
            <a:srgbClr val="3B6ECD"/>
          </a:solidFill>
          <a:ln w="12700">
            <a:solidFill>
              <a:srgbClr val="3B6E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2" name="Shape 580"/>
          <p:cNvSpPr/>
          <p:nvPr/>
        </p:nvSpPr>
        <p:spPr>
          <a:xfrm>
            <a:off x="9225534" y="6510528"/>
            <a:ext cx="185471" cy="41148"/>
          </a:xfrm>
          <a:prstGeom prst="rect">
            <a:avLst/>
          </a:prstGeom>
          <a:solidFill>
            <a:srgbClr val="376FCE"/>
          </a:solidFill>
          <a:ln w="12700">
            <a:solidFill>
              <a:srgbClr val="37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3" name="Shape 581"/>
          <p:cNvSpPr/>
          <p:nvPr/>
        </p:nvSpPr>
        <p:spPr>
          <a:xfrm>
            <a:off x="9409176" y="6510528"/>
            <a:ext cx="185471" cy="41148"/>
          </a:xfrm>
          <a:prstGeom prst="rect">
            <a:avLst/>
          </a:prstGeom>
          <a:solidFill>
            <a:srgbClr val="326FCE"/>
          </a:solidFill>
          <a:ln w="12700">
            <a:solidFill>
              <a:srgbClr val="326F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4" name="Shape 582"/>
          <p:cNvSpPr/>
          <p:nvPr/>
        </p:nvSpPr>
        <p:spPr>
          <a:xfrm>
            <a:off x="9592818" y="6510528"/>
            <a:ext cx="185471" cy="41148"/>
          </a:xfrm>
          <a:prstGeom prst="rect">
            <a:avLst/>
          </a:prstGeom>
          <a:solidFill>
            <a:srgbClr val="2D70CF"/>
          </a:solidFill>
          <a:ln w="12700">
            <a:solidFill>
              <a:srgbClr val="2D70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5" name="Shape 583"/>
          <p:cNvSpPr/>
          <p:nvPr/>
        </p:nvSpPr>
        <p:spPr>
          <a:xfrm>
            <a:off x="9776460" y="6510528"/>
            <a:ext cx="185471" cy="41148"/>
          </a:xfrm>
          <a:prstGeom prst="rect">
            <a:avLst/>
          </a:prstGeom>
          <a:solidFill>
            <a:srgbClr val="2971CF"/>
          </a:solidFill>
          <a:ln w="12700">
            <a:solidFill>
              <a:srgbClr val="2971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6" name="Shape 584"/>
          <p:cNvSpPr/>
          <p:nvPr/>
        </p:nvSpPr>
        <p:spPr>
          <a:xfrm>
            <a:off x="9960102" y="6510528"/>
            <a:ext cx="185471" cy="41148"/>
          </a:xfrm>
          <a:prstGeom prst="rect">
            <a:avLst/>
          </a:prstGeom>
          <a:solidFill>
            <a:srgbClr val="2472D0"/>
          </a:solidFill>
          <a:ln w="12700">
            <a:solidFill>
              <a:srgbClr val="2472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7" name="Shape 585"/>
          <p:cNvSpPr/>
          <p:nvPr/>
        </p:nvSpPr>
        <p:spPr>
          <a:xfrm>
            <a:off x="10143744" y="6510528"/>
            <a:ext cx="185471" cy="41148"/>
          </a:xfrm>
          <a:prstGeom prst="rect">
            <a:avLst/>
          </a:prstGeom>
          <a:solidFill>
            <a:srgbClr val="2073D0"/>
          </a:solidFill>
          <a:ln w="12700">
            <a:solidFill>
              <a:srgbClr val="207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8" name="Shape 586"/>
          <p:cNvSpPr/>
          <p:nvPr/>
        </p:nvSpPr>
        <p:spPr>
          <a:xfrm>
            <a:off x="10327386" y="6510528"/>
            <a:ext cx="185471" cy="41148"/>
          </a:xfrm>
          <a:prstGeom prst="rect">
            <a:avLst/>
          </a:prstGeom>
          <a:solidFill>
            <a:srgbClr val="1B73D1"/>
          </a:solidFill>
          <a:ln w="12700">
            <a:solidFill>
              <a:srgbClr val="1B73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9" name="Shape 587"/>
          <p:cNvSpPr/>
          <p:nvPr/>
        </p:nvSpPr>
        <p:spPr>
          <a:xfrm>
            <a:off x="10511028" y="6510528"/>
            <a:ext cx="185471" cy="41148"/>
          </a:xfrm>
          <a:prstGeom prst="rect">
            <a:avLst/>
          </a:prstGeom>
          <a:solidFill>
            <a:srgbClr val="1774D1"/>
          </a:solidFill>
          <a:ln w="12700">
            <a:solidFill>
              <a:srgbClr val="1774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0" name="Shape 588"/>
          <p:cNvSpPr/>
          <p:nvPr/>
        </p:nvSpPr>
        <p:spPr>
          <a:xfrm>
            <a:off x="10694670" y="6510528"/>
            <a:ext cx="185471" cy="41148"/>
          </a:xfrm>
          <a:prstGeom prst="rect">
            <a:avLst/>
          </a:prstGeom>
          <a:solidFill>
            <a:srgbClr val="1275D2"/>
          </a:solidFill>
          <a:ln w="12700">
            <a:solidFill>
              <a:srgbClr val="1275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1" name="Shape 589"/>
          <p:cNvSpPr/>
          <p:nvPr/>
        </p:nvSpPr>
        <p:spPr>
          <a:xfrm>
            <a:off x="10878312" y="6510528"/>
            <a:ext cx="185471" cy="41148"/>
          </a:xfrm>
          <a:prstGeom prst="rect">
            <a:avLst/>
          </a:prstGeom>
          <a:solidFill>
            <a:srgbClr val="0E76D2"/>
          </a:solidFill>
          <a:ln w="12700">
            <a:solidFill>
              <a:srgbClr val="0E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2" name="Shape 590"/>
          <p:cNvSpPr/>
          <p:nvPr/>
        </p:nvSpPr>
        <p:spPr>
          <a:xfrm>
            <a:off x="11061954" y="6510528"/>
            <a:ext cx="185471" cy="41148"/>
          </a:xfrm>
          <a:prstGeom prst="rect">
            <a:avLst/>
          </a:prstGeom>
          <a:solidFill>
            <a:srgbClr val="0976D3"/>
          </a:solidFill>
          <a:ln w="12700">
            <a:solidFill>
              <a:srgbClr val="0976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3" name="Shape 591"/>
          <p:cNvSpPr/>
          <p:nvPr/>
        </p:nvSpPr>
        <p:spPr>
          <a:xfrm>
            <a:off x="11245596" y="6510528"/>
            <a:ext cx="185471" cy="41148"/>
          </a:xfrm>
          <a:prstGeom prst="rect">
            <a:avLst/>
          </a:prstGeom>
          <a:solidFill>
            <a:srgbClr val="0577D3"/>
          </a:solidFill>
          <a:ln w="12700">
            <a:solidFill>
              <a:srgbClr val="0577D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4" name="Shape 592"/>
          <p:cNvSpPr/>
          <p:nvPr/>
        </p:nvSpPr>
        <p:spPr>
          <a:xfrm>
            <a:off x="11429238" y="6510528"/>
            <a:ext cx="185471" cy="411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5" name="Text 593"/>
          <p:cNvSpPr/>
          <p:nvPr/>
        </p:nvSpPr>
        <p:spPr>
          <a:xfrm>
            <a:off x="502920" y="6510528"/>
            <a:ext cx="11201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Repo: rebmid/Copilot-alz-workshop-orchestrator</a:t>
            </a:r>
            <a:r>
              <a:rPr lang="en-US" sz="1200" b="1" dirty="0">
                <a:solidFill>
                  <a:srgbClr val="5555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Command:  python scan.py --workshop-copilot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418</Words>
  <Application>Microsoft Office PowerPoint</Application>
  <PresentationFormat>Widescreen</PresentationFormat>
  <Paragraphs>83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 Display</vt:lpstr>
      <vt:lpstr>Arial</vt:lpstr>
      <vt:lpstr>Segoe UI</vt:lpstr>
      <vt:lpstr>Segoe UI Semibold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Rebekah Midkiff</cp:lastModifiedBy>
  <cp:revision>15</cp:revision>
  <dcterms:created xsi:type="dcterms:W3CDTF">2026-03-04T20:08:00Z</dcterms:created>
  <dcterms:modified xsi:type="dcterms:W3CDTF">2026-03-07T16:41:13Z</dcterms:modified>
</cp:coreProperties>
</file>