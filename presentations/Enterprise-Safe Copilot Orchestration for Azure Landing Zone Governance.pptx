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27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292" cy="64008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5463" y="0"/>
            <a:ext cx="137292" cy="64008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0927" y="0"/>
            <a:ext cx="137292" cy="64008"/>
          </a:xfrm>
          <a:prstGeom prst="rect">
            <a:avLst/>
          </a:prstGeom>
          <a:solidFill>
            <a:srgbClr val="8650D7"/>
          </a:solidFill>
          <a:ln w="12700">
            <a:solidFill>
              <a:srgbClr val="86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6390" y="0"/>
            <a:ext cx="137292" cy="64008"/>
          </a:xfrm>
          <a:prstGeom prst="rect">
            <a:avLst/>
          </a:prstGeom>
          <a:solidFill>
            <a:srgbClr val="8551D7"/>
          </a:solidFill>
          <a:ln w="12700">
            <a:solidFill>
              <a:srgbClr val="85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1853" y="0"/>
            <a:ext cx="137292" cy="64008"/>
          </a:xfrm>
          <a:prstGeom prst="rect">
            <a:avLst/>
          </a:prstGeom>
          <a:solidFill>
            <a:srgbClr val="8351D7"/>
          </a:solidFill>
          <a:ln w="12700">
            <a:solidFill>
              <a:srgbClr val="83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7316" y="0"/>
            <a:ext cx="137292" cy="64008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780" y="0"/>
            <a:ext cx="137292" cy="64008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8243" y="0"/>
            <a:ext cx="137292" cy="64008"/>
          </a:xfrm>
          <a:prstGeom prst="rect">
            <a:avLst/>
          </a:prstGeom>
          <a:solidFill>
            <a:srgbClr val="7F53D7"/>
          </a:solidFill>
          <a:ln w="12700">
            <a:solidFill>
              <a:srgbClr val="7F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3706" y="0"/>
            <a:ext cx="137292" cy="64008"/>
          </a:xfrm>
          <a:prstGeom prst="rect">
            <a:avLst/>
          </a:prstGeom>
          <a:solidFill>
            <a:srgbClr val="7D53D7"/>
          </a:solidFill>
          <a:ln w="12700">
            <a:solidFill>
              <a:srgbClr val="7D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19170" y="0"/>
            <a:ext cx="137292" cy="64008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54633" y="0"/>
            <a:ext cx="137292" cy="64008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90096" y="0"/>
            <a:ext cx="137292" cy="64008"/>
          </a:xfrm>
          <a:prstGeom prst="rect">
            <a:avLst/>
          </a:prstGeom>
          <a:solidFill>
            <a:srgbClr val="7854D7"/>
          </a:solidFill>
          <a:ln w="12700">
            <a:solidFill>
              <a:srgbClr val="78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25559" y="0"/>
            <a:ext cx="137292" cy="64008"/>
          </a:xfrm>
          <a:prstGeom prst="rect">
            <a:avLst/>
          </a:prstGeom>
          <a:solidFill>
            <a:srgbClr val="7755D7"/>
          </a:solidFill>
          <a:ln w="12700">
            <a:solidFill>
              <a:srgbClr val="77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61023" y="0"/>
            <a:ext cx="137292" cy="64008"/>
          </a:xfrm>
          <a:prstGeom prst="rect">
            <a:avLst/>
          </a:prstGeom>
          <a:solidFill>
            <a:srgbClr val="7555D7"/>
          </a:solidFill>
          <a:ln w="12700">
            <a:solidFill>
              <a:srgbClr val="75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96486" y="0"/>
            <a:ext cx="137292" cy="64008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31949" y="0"/>
            <a:ext cx="137292" cy="64008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67412" y="0"/>
            <a:ext cx="137292" cy="64008"/>
          </a:xfrm>
          <a:prstGeom prst="rect">
            <a:avLst/>
          </a:prstGeom>
          <a:solidFill>
            <a:srgbClr val="7157D7"/>
          </a:solidFill>
          <a:ln w="12700">
            <a:solidFill>
              <a:srgbClr val="71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02876" y="0"/>
            <a:ext cx="137292" cy="64008"/>
          </a:xfrm>
          <a:prstGeom prst="rect">
            <a:avLst/>
          </a:prstGeom>
          <a:solidFill>
            <a:srgbClr val="6F57D7"/>
          </a:solidFill>
          <a:ln w="12700">
            <a:solidFill>
              <a:srgbClr val="6F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38339" y="0"/>
            <a:ext cx="137292" cy="64008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73802" y="0"/>
            <a:ext cx="137292" cy="64008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09266" y="0"/>
            <a:ext cx="137292" cy="64008"/>
          </a:xfrm>
          <a:prstGeom prst="rect">
            <a:avLst/>
          </a:prstGeom>
          <a:solidFill>
            <a:srgbClr val="6A58D7"/>
          </a:solidFill>
          <a:ln w="12700">
            <a:solidFill>
              <a:srgbClr val="6A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44729" y="0"/>
            <a:ext cx="137292" cy="64008"/>
          </a:xfrm>
          <a:prstGeom prst="rect">
            <a:avLst/>
          </a:prstGeom>
          <a:solidFill>
            <a:srgbClr val="6959D7"/>
          </a:solidFill>
          <a:ln w="12700">
            <a:solidFill>
              <a:srgbClr val="69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80192" y="0"/>
            <a:ext cx="137292" cy="64008"/>
          </a:xfrm>
          <a:prstGeom prst="rect">
            <a:avLst/>
          </a:prstGeom>
          <a:solidFill>
            <a:srgbClr val="6759D7"/>
          </a:solidFill>
          <a:ln w="12700">
            <a:solidFill>
              <a:srgbClr val="67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15655" y="0"/>
            <a:ext cx="137292" cy="64008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51119" y="0"/>
            <a:ext cx="137292" cy="64008"/>
          </a:xfrm>
          <a:prstGeom prst="rect">
            <a:avLst/>
          </a:prstGeom>
          <a:solidFill>
            <a:srgbClr val="645AD6"/>
          </a:solidFill>
          <a:ln w="12700">
            <a:solidFill>
              <a:srgbClr val="64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86582" y="0"/>
            <a:ext cx="137292" cy="64008"/>
          </a:xfrm>
          <a:prstGeom prst="rect">
            <a:avLst/>
          </a:prstGeom>
          <a:solidFill>
            <a:srgbClr val="635BD6"/>
          </a:solidFill>
          <a:ln w="12700">
            <a:solidFill>
              <a:srgbClr val="63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522045" y="0"/>
            <a:ext cx="137292" cy="64008"/>
          </a:xfrm>
          <a:prstGeom prst="rect">
            <a:avLst/>
          </a:prstGeom>
          <a:solidFill>
            <a:srgbClr val="615BD6"/>
          </a:solidFill>
          <a:ln w="12700">
            <a:solidFill>
              <a:srgbClr val="61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509" y="0"/>
            <a:ext cx="137292" cy="64008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92972" y="0"/>
            <a:ext cx="137292" cy="64008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28435" y="0"/>
            <a:ext cx="137292" cy="64008"/>
          </a:xfrm>
          <a:prstGeom prst="rect">
            <a:avLst/>
          </a:prstGeom>
          <a:solidFill>
            <a:srgbClr val="5D5DD6"/>
          </a:solidFill>
          <a:ln w="12700">
            <a:solidFill>
              <a:srgbClr val="5D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63898" y="0"/>
            <a:ext cx="137292" cy="64008"/>
          </a:xfrm>
          <a:prstGeom prst="rect">
            <a:avLst/>
          </a:prstGeom>
          <a:solidFill>
            <a:srgbClr val="5B5DD6"/>
          </a:solidFill>
          <a:ln w="12700">
            <a:solidFill>
              <a:srgbClr val="5B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99362" y="0"/>
            <a:ext cx="137292" cy="64008"/>
          </a:xfrm>
          <a:prstGeom prst="rect">
            <a:avLst/>
          </a:prstGeom>
          <a:solidFill>
            <a:srgbClr val="595DD6"/>
          </a:solidFill>
          <a:ln w="12700">
            <a:solidFill>
              <a:srgbClr val="59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34825" y="0"/>
            <a:ext cx="137292" cy="64008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70288" y="0"/>
            <a:ext cx="137292" cy="64008"/>
          </a:xfrm>
          <a:prstGeom prst="rect">
            <a:avLst/>
          </a:prstGeom>
          <a:solidFill>
            <a:srgbClr val="565ED6"/>
          </a:solidFill>
          <a:ln w="12700">
            <a:solidFill>
              <a:srgbClr val="56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05752" y="0"/>
            <a:ext cx="137292" cy="64008"/>
          </a:xfrm>
          <a:prstGeom prst="rect">
            <a:avLst/>
          </a:prstGeom>
          <a:solidFill>
            <a:srgbClr val="555FD6"/>
          </a:solidFill>
          <a:ln w="12700">
            <a:solidFill>
              <a:srgbClr val="55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41215" y="0"/>
            <a:ext cx="137292" cy="64008"/>
          </a:xfrm>
          <a:prstGeom prst="rect">
            <a:avLst/>
          </a:prstGeom>
          <a:solidFill>
            <a:srgbClr val="535FD6"/>
          </a:solidFill>
          <a:ln w="12700">
            <a:solidFill>
              <a:srgbClr val="53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76678" y="0"/>
            <a:ext cx="137292" cy="64008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12141" y="0"/>
            <a:ext cx="137292" cy="64008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147605" y="0"/>
            <a:ext cx="137292" cy="64008"/>
          </a:xfrm>
          <a:prstGeom prst="rect">
            <a:avLst/>
          </a:prstGeom>
          <a:solidFill>
            <a:srgbClr val="4F61D6"/>
          </a:solidFill>
          <a:ln w="12700">
            <a:solidFill>
              <a:srgbClr val="4F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283068" y="0"/>
            <a:ext cx="137292" cy="64008"/>
          </a:xfrm>
          <a:prstGeom prst="rect">
            <a:avLst/>
          </a:prstGeom>
          <a:solidFill>
            <a:srgbClr val="4D61D6"/>
          </a:solidFill>
          <a:ln w="12700">
            <a:solidFill>
              <a:srgbClr val="4D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18531" y="0"/>
            <a:ext cx="137292" cy="64008"/>
          </a:xfrm>
          <a:prstGeom prst="rect">
            <a:avLst/>
          </a:prstGeom>
          <a:solidFill>
            <a:srgbClr val="4B61D6"/>
          </a:solidFill>
          <a:ln w="12700">
            <a:solidFill>
              <a:srgbClr val="4B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553994" y="0"/>
            <a:ext cx="137292" cy="64008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689458" y="0"/>
            <a:ext cx="137292" cy="64008"/>
          </a:xfrm>
          <a:prstGeom prst="rect">
            <a:avLst/>
          </a:prstGeom>
          <a:solidFill>
            <a:srgbClr val="4862D6"/>
          </a:solidFill>
          <a:ln w="12700">
            <a:solidFill>
              <a:srgbClr val="48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824921" y="0"/>
            <a:ext cx="137292" cy="64008"/>
          </a:xfrm>
          <a:prstGeom prst="rect">
            <a:avLst/>
          </a:prstGeom>
          <a:solidFill>
            <a:srgbClr val="4763D6"/>
          </a:solidFill>
          <a:ln w="12700">
            <a:solidFill>
              <a:srgbClr val="47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960384" y="0"/>
            <a:ext cx="137292" cy="64008"/>
          </a:xfrm>
          <a:prstGeom prst="rect">
            <a:avLst/>
          </a:prstGeom>
          <a:solidFill>
            <a:srgbClr val="4563D6"/>
          </a:solidFill>
          <a:ln w="12700">
            <a:solidFill>
              <a:srgbClr val="45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95848" y="0"/>
            <a:ext cx="137292" cy="64008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231311" y="0"/>
            <a:ext cx="137292" cy="64008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66774" y="0"/>
            <a:ext cx="137292" cy="64008"/>
          </a:xfrm>
          <a:prstGeom prst="rect">
            <a:avLst/>
          </a:prstGeom>
          <a:solidFill>
            <a:srgbClr val="4165D5"/>
          </a:solidFill>
          <a:ln w="12700">
            <a:solidFill>
              <a:srgbClr val="41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02237" y="0"/>
            <a:ext cx="137292" cy="64008"/>
          </a:xfrm>
          <a:prstGeom prst="rect">
            <a:avLst/>
          </a:prstGeom>
          <a:solidFill>
            <a:srgbClr val="3F65D5"/>
          </a:solidFill>
          <a:ln w="12700">
            <a:solidFill>
              <a:srgbClr val="3F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637701" y="0"/>
            <a:ext cx="137292" cy="64008"/>
          </a:xfrm>
          <a:prstGeom prst="rect">
            <a:avLst/>
          </a:prstGeom>
          <a:solidFill>
            <a:srgbClr val="3E66D5"/>
          </a:solidFill>
          <a:ln w="12700">
            <a:solidFill>
              <a:srgbClr val="3E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773164" y="0"/>
            <a:ext cx="137292" cy="64008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908627" y="0"/>
            <a:ext cx="137292" cy="64008"/>
          </a:xfrm>
          <a:prstGeom prst="rect">
            <a:avLst/>
          </a:prstGeom>
          <a:solidFill>
            <a:srgbClr val="3A66D5"/>
          </a:solidFill>
          <a:ln w="12700">
            <a:solidFill>
              <a:srgbClr val="3A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044091" y="0"/>
            <a:ext cx="137292" cy="64008"/>
          </a:xfrm>
          <a:prstGeom prst="rect">
            <a:avLst/>
          </a:prstGeom>
          <a:solidFill>
            <a:srgbClr val="3967D5"/>
          </a:solidFill>
          <a:ln w="12700">
            <a:solidFill>
              <a:srgbClr val="39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179554" y="0"/>
            <a:ext cx="137292" cy="64008"/>
          </a:xfrm>
          <a:prstGeom prst="rect">
            <a:avLst/>
          </a:prstGeom>
          <a:solidFill>
            <a:srgbClr val="3767D5"/>
          </a:solidFill>
          <a:ln w="12700">
            <a:solidFill>
              <a:srgbClr val="37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315017" y="0"/>
            <a:ext cx="137292" cy="64008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450480" y="0"/>
            <a:ext cx="137292" cy="64008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585944" y="0"/>
            <a:ext cx="137292" cy="64008"/>
          </a:xfrm>
          <a:prstGeom prst="rect">
            <a:avLst/>
          </a:prstGeom>
          <a:solidFill>
            <a:srgbClr val="3369D5"/>
          </a:solidFill>
          <a:ln w="12700">
            <a:solidFill>
              <a:srgbClr val="33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21407" y="0"/>
            <a:ext cx="137292" cy="64008"/>
          </a:xfrm>
          <a:prstGeom prst="rect">
            <a:avLst/>
          </a:prstGeom>
          <a:solidFill>
            <a:srgbClr val="3169D5"/>
          </a:solidFill>
          <a:ln w="12700">
            <a:solidFill>
              <a:srgbClr val="31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856870" y="0"/>
            <a:ext cx="137292" cy="64008"/>
          </a:xfrm>
          <a:prstGeom prst="rect">
            <a:avLst/>
          </a:prstGeom>
          <a:solidFill>
            <a:srgbClr val="306AD5"/>
          </a:solidFill>
          <a:ln w="12700">
            <a:solidFill>
              <a:srgbClr val="30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92334" y="0"/>
            <a:ext cx="137292" cy="64008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127797" y="0"/>
            <a:ext cx="137292" cy="64008"/>
          </a:xfrm>
          <a:prstGeom prst="rect">
            <a:avLst/>
          </a:prstGeom>
          <a:solidFill>
            <a:srgbClr val="2C6AD5"/>
          </a:solidFill>
          <a:ln w="12700">
            <a:solidFill>
              <a:srgbClr val="2C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263260" y="0"/>
            <a:ext cx="137292" cy="64008"/>
          </a:xfrm>
          <a:prstGeom prst="rect">
            <a:avLst/>
          </a:prstGeom>
          <a:solidFill>
            <a:srgbClr val="2B6BD5"/>
          </a:solidFill>
          <a:ln w="12700">
            <a:solidFill>
              <a:srgbClr val="2B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398723" y="0"/>
            <a:ext cx="137292" cy="64008"/>
          </a:xfrm>
          <a:prstGeom prst="rect">
            <a:avLst/>
          </a:prstGeom>
          <a:solidFill>
            <a:srgbClr val="296BD5"/>
          </a:solidFill>
          <a:ln w="12700">
            <a:solidFill>
              <a:srgbClr val="29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534187" y="0"/>
            <a:ext cx="137292" cy="64008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669650" y="0"/>
            <a:ext cx="137292" cy="64008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805113" y="0"/>
            <a:ext cx="137292" cy="64008"/>
          </a:xfrm>
          <a:prstGeom prst="rect">
            <a:avLst/>
          </a:prstGeom>
          <a:solidFill>
            <a:srgbClr val="256DD5"/>
          </a:solidFill>
          <a:ln w="12700">
            <a:solidFill>
              <a:srgbClr val="25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940576" y="0"/>
            <a:ext cx="137292" cy="64008"/>
          </a:xfrm>
          <a:prstGeom prst="rect">
            <a:avLst/>
          </a:prstGeom>
          <a:solidFill>
            <a:srgbClr val="236DD5"/>
          </a:solidFill>
          <a:ln w="12700">
            <a:solidFill>
              <a:srgbClr val="23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076040" y="0"/>
            <a:ext cx="137292" cy="64008"/>
          </a:xfrm>
          <a:prstGeom prst="rect">
            <a:avLst/>
          </a:prstGeom>
          <a:solidFill>
            <a:srgbClr val="226ED4"/>
          </a:solidFill>
          <a:ln w="12700">
            <a:solidFill>
              <a:srgbClr val="22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211503" y="0"/>
            <a:ext cx="137292" cy="64008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346966" y="0"/>
            <a:ext cx="137292" cy="64008"/>
          </a:xfrm>
          <a:prstGeom prst="rect">
            <a:avLst/>
          </a:prstGeom>
          <a:solidFill>
            <a:srgbClr val="1F6FD4"/>
          </a:solidFill>
          <a:ln w="12700">
            <a:solidFill>
              <a:srgbClr val="1F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482430" y="0"/>
            <a:ext cx="137292" cy="64008"/>
          </a:xfrm>
          <a:prstGeom prst="rect">
            <a:avLst/>
          </a:prstGeom>
          <a:solidFill>
            <a:srgbClr val="1D6FD4"/>
          </a:solidFill>
          <a:ln w="12700">
            <a:solidFill>
              <a:srgbClr val="1D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617893" y="0"/>
            <a:ext cx="137292" cy="64008"/>
          </a:xfrm>
          <a:prstGeom prst="rect">
            <a:avLst/>
          </a:prstGeom>
          <a:solidFill>
            <a:srgbClr val="1B6FD4"/>
          </a:solidFill>
          <a:ln w="12700">
            <a:solidFill>
              <a:srgbClr val="1B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753356" y="0"/>
            <a:ext cx="137292" cy="64008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9888819" y="0"/>
            <a:ext cx="137292" cy="64008"/>
          </a:xfrm>
          <a:prstGeom prst="rect">
            <a:avLst/>
          </a:prstGeom>
          <a:solidFill>
            <a:srgbClr val="1870D4"/>
          </a:solidFill>
          <a:ln w="12700">
            <a:solidFill>
              <a:srgbClr val="18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024283" y="0"/>
            <a:ext cx="137292" cy="64008"/>
          </a:xfrm>
          <a:prstGeom prst="rect">
            <a:avLst/>
          </a:prstGeom>
          <a:solidFill>
            <a:srgbClr val="1771D4"/>
          </a:solidFill>
          <a:ln w="12700">
            <a:solidFill>
              <a:srgbClr val="17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159746" y="0"/>
            <a:ext cx="137292" cy="64008"/>
          </a:xfrm>
          <a:prstGeom prst="rect">
            <a:avLst/>
          </a:prstGeom>
          <a:solidFill>
            <a:srgbClr val="1571D4"/>
          </a:solidFill>
          <a:ln w="12700">
            <a:solidFill>
              <a:srgbClr val="15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295209" y="0"/>
            <a:ext cx="137292" cy="64008"/>
          </a:xfrm>
          <a:prstGeom prst="rect">
            <a:avLst/>
          </a:prstGeom>
          <a:solidFill>
            <a:srgbClr val="1472D4"/>
          </a:solidFill>
          <a:ln w="12700">
            <a:solidFill>
              <a:srgbClr val="14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430673" y="0"/>
            <a:ext cx="137292" cy="64008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566136" y="0"/>
            <a:ext cx="137292" cy="64008"/>
          </a:xfrm>
          <a:prstGeom prst="rect">
            <a:avLst/>
          </a:prstGeom>
          <a:solidFill>
            <a:srgbClr val="1173D4"/>
          </a:solidFill>
          <a:ln w="12700">
            <a:solidFill>
              <a:srgbClr val="11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0701599" y="0"/>
            <a:ext cx="137292" cy="64008"/>
          </a:xfrm>
          <a:prstGeom prst="rect">
            <a:avLst/>
          </a:prstGeom>
          <a:solidFill>
            <a:srgbClr val="0F73D4"/>
          </a:solidFill>
          <a:ln w="12700">
            <a:solidFill>
              <a:srgbClr val="0F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0837062" y="0"/>
            <a:ext cx="137292" cy="64008"/>
          </a:xfrm>
          <a:prstGeom prst="rect">
            <a:avLst/>
          </a:prstGeom>
          <a:solidFill>
            <a:srgbClr val="0D73D4"/>
          </a:solidFill>
          <a:ln w="12700">
            <a:solidFill>
              <a:srgbClr val="0D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972526" y="0"/>
            <a:ext cx="137292" cy="64008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1107989" y="0"/>
            <a:ext cx="137292" cy="64008"/>
          </a:xfrm>
          <a:prstGeom prst="rect">
            <a:avLst/>
          </a:prstGeom>
          <a:solidFill>
            <a:srgbClr val="0A74D4"/>
          </a:solidFill>
          <a:ln w="12700">
            <a:solidFill>
              <a:srgbClr val="0A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1243452" y="0"/>
            <a:ext cx="137292" cy="64008"/>
          </a:xfrm>
          <a:prstGeom prst="rect">
            <a:avLst/>
          </a:prstGeom>
          <a:solidFill>
            <a:srgbClr val="0975D4"/>
          </a:solidFill>
          <a:ln w="12700">
            <a:solidFill>
              <a:srgbClr val="09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1378916" y="0"/>
            <a:ext cx="137292" cy="64008"/>
          </a:xfrm>
          <a:prstGeom prst="rect">
            <a:avLst/>
          </a:prstGeom>
          <a:solidFill>
            <a:srgbClr val="0775D4"/>
          </a:solidFill>
          <a:ln w="12700">
            <a:solidFill>
              <a:srgbClr val="07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1514379" y="0"/>
            <a:ext cx="137292" cy="64008"/>
          </a:xfrm>
          <a:prstGeom prst="rect">
            <a:avLst/>
          </a:prstGeom>
          <a:solidFill>
            <a:srgbClr val="0676D4"/>
          </a:solidFill>
          <a:ln w="12700">
            <a:solidFill>
              <a:srgbClr val="06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1649842" y="0"/>
            <a:ext cx="137292" cy="64008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1785305" y="0"/>
            <a:ext cx="137292" cy="64008"/>
          </a:xfrm>
          <a:prstGeom prst="rect">
            <a:avLst/>
          </a:prstGeom>
          <a:solidFill>
            <a:srgbClr val="0377D4"/>
          </a:solidFill>
          <a:ln w="12700">
            <a:solidFill>
              <a:srgbClr val="03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1920769" y="0"/>
            <a:ext cx="137292" cy="64008"/>
          </a:xfrm>
          <a:prstGeom prst="rect">
            <a:avLst/>
          </a:prstGeom>
          <a:solidFill>
            <a:srgbClr val="0177D4"/>
          </a:solidFill>
          <a:ln w="12700">
            <a:solidFill>
              <a:srgbClr val="01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2056232" y="0"/>
            <a:ext cx="137292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41853" y="201168"/>
            <a:ext cx="1102530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8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Manual Azure Landing Zone Workshops to Governed, AI‑Orchestrated Delivery</a:t>
            </a:r>
            <a:endParaRPr lang="en-US" sz="2400" dirty="0"/>
          </a:p>
        </p:txBody>
      </p:sp>
      <p:sp>
        <p:nvSpPr>
          <p:cNvPr id="93" name="Text 91"/>
          <p:cNvSpPr/>
          <p:nvPr/>
        </p:nvSpPr>
        <p:spPr>
          <a:xfrm>
            <a:off x="59436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Repeatable. Deterministic. Enterprise‑safe guardrails for CSA‑led engagements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594360" y="1042416"/>
            <a:ext cx="158583" cy="45720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751114" y="1042416"/>
            <a:ext cx="158583" cy="45720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907869" y="1042416"/>
            <a:ext cx="158583" cy="45720"/>
          </a:xfrm>
          <a:prstGeom prst="rect">
            <a:avLst/>
          </a:prstGeom>
          <a:solidFill>
            <a:srgbClr val="8651D7"/>
          </a:solidFill>
          <a:ln w="12700">
            <a:solidFill>
              <a:srgbClr val="86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064623" y="1042416"/>
            <a:ext cx="158583" cy="45720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221377" y="1042416"/>
            <a:ext cx="158583" cy="45720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378131" y="1042416"/>
            <a:ext cx="158583" cy="45720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534886" y="1042416"/>
            <a:ext cx="158583" cy="45720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691640" y="1042416"/>
            <a:ext cx="158583" cy="45720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848394" y="1042416"/>
            <a:ext cx="158583" cy="45720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005149" y="1042416"/>
            <a:ext cx="158583" cy="45720"/>
          </a:xfrm>
          <a:prstGeom prst="rect">
            <a:avLst/>
          </a:prstGeom>
          <a:solidFill>
            <a:srgbClr val="7855D7"/>
          </a:solidFill>
          <a:ln w="12700">
            <a:solidFill>
              <a:srgbClr val="78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161903" y="1042416"/>
            <a:ext cx="158583" cy="45720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318657" y="1042416"/>
            <a:ext cx="158583" cy="45720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475411" y="1042416"/>
            <a:ext cx="158583" cy="45720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632166" y="1042416"/>
            <a:ext cx="158583" cy="45720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788920" y="1042416"/>
            <a:ext cx="158583" cy="45720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2945674" y="1042416"/>
            <a:ext cx="158583" cy="45720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102429" y="1042416"/>
            <a:ext cx="158583" cy="45720"/>
          </a:xfrm>
          <a:prstGeom prst="rect">
            <a:avLst/>
          </a:prstGeom>
          <a:solidFill>
            <a:srgbClr val="6A59D7"/>
          </a:solidFill>
          <a:ln w="12700">
            <a:solidFill>
              <a:srgbClr val="6A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259183" y="1042416"/>
            <a:ext cx="158583" cy="45720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15937" y="1042416"/>
            <a:ext cx="158583" cy="45720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572691" y="1042416"/>
            <a:ext cx="158583" cy="45720"/>
          </a:xfrm>
          <a:prstGeom prst="rect">
            <a:avLst/>
          </a:prstGeom>
          <a:solidFill>
            <a:srgbClr val="645BD6"/>
          </a:solidFill>
          <a:ln w="12700">
            <a:solidFill>
              <a:srgbClr val="64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729446" y="1042416"/>
            <a:ext cx="158583" cy="45720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886200" y="1042416"/>
            <a:ext cx="158583" cy="45720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4042954" y="1042416"/>
            <a:ext cx="158583" cy="45720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4199709" y="1042416"/>
            <a:ext cx="158583" cy="45720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4356463" y="1042416"/>
            <a:ext cx="158583" cy="45720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4513217" y="1042416"/>
            <a:ext cx="158583" cy="45720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4669971" y="1042416"/>
            <a:ext cx="158583" cy="45720"/>
          </a:xfrm>
          <a:prstGeom prst="rect">
            <a:avLst/>
          </a:prstGeom>
          <a:solidFill>
            <a:srgbClr val="565FD6"/>
          </a:solidFill>
          <a:ln w="12700">
            <a:solidFill>
              <a:srgbClr val="56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826726" y="1042416"/>
            <a:ext cx="158583" cy="45720"/>
          </a:xfrm>
          <a:prstGeom prst="rect">
            <a:avLst/>
          </a:prstGeom>
          <a:solidFill>
            <a:srgbClr val="545FD6"/>
          </a:solidFill>
          <a:ln w="12700">
            <a:solidFill>
              <a:srgbClr val="54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4983480" y="1042416"/>
            <a:ext cx="158583" cy="45720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5140234" y="1042416"/>
            <a:ext cx="158583" cy="45720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5296989" y="1042416"/>
            <a:ext cx="158583" cy="45720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453743" y="1042416"/>
            <a:ext cx="158583" cy="45720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5610497" y="1042416"/>
            <a:ext cx="158583" cy="45720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5767251" y="1042416"/>
            <a:ext cx="158583" cy="45720"/>
          </a:xfrm>
          <a:prstGeom prst="rect">
            <a:avLst/>
          </a:prstGeom>
          <a:solidFill>
            <a:srgbClr val="4863D6"/>
          </a:solidFill>
          <a:ln w="12700">
            <a:solidFill>
              <a:srgbClr val="48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5924006" y="1042416"/>
            <a:ext cx="158583" cy="45720"/>
          </a:xfrm>
          <a:prstGeom prst="rect">
            <a:avLst/>
          </a:prstGeom>
          <a:solidFill>
            <a:srgbClr val="4663D6"/>
          </a:solidFill>
          <a:ln w="12700">
            <a:solidFill>
              <a:srgbClr val="46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6080760" y="1042416"/>
            <a:ext cx="158583" cy="45720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237514" y="1042416"/>
            <a:ext cx="158583" cy="45720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6394269" y="1042416"/>
            <a:ext cx="158583" cy="45720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6551023" y="1042416"/>
            <a:ext cx="158583" cy="45720"/>
          </a:xfrm>
          <a:prstGeom prst="rect">
            <a:avLst/>
          </a:prstGeom>
          <a:solidFill>
            <a:srgbClr val="3E66D5"/>
          </a:solidFill>
          <a:ln w="12700">
            <a:solidFill>
              <a:srgbClr val="3E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6707777" y="1042416"/>
            <a:ext cx="158583" cy="45720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6864531" y="1042416"/>
            <a:ext cx="158583" cy="45720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7021286" y="1042416"/>
            <a:ext cx="158583" cy="45720"/>
          </a:xfrm>
          <a:prstGeom prst="rect">
            <a:avLst/>
          </a:prstGeom>
          <a:solidFill>
            <a:srgbClr val="3867D5"/>
          </a:solidFill>
          <a:ln w="12700">
            <a:solidFill>
              <a:srgbClr val="38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7178040" y="1042416"/>
            <a:ext cx="158583" cy="45720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7334794" y="1042416"/>
            <a:ext cx="158583" cy="45720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7491549" y="1042416"/>
            <a:ext cx="158583" cy="45720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648303" y="1042416"/>
            <a:ext cx="158583" cy="45720"/>
          </a:xfrm>
          <a:prstGeom prst="rect">
            <a:avLst/>
          </a:prstGeom>
          <a:solidFill>
            <a:srgbClr val="306AD5"/>
          </a:solidFill>
          <a:ln w="12700">
            <a:solidFill>
              <a:srgbClr val="30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7805057" y="1042416"/>
            <a:ext cx="158583" cy="45720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7961811" y="1042416"/>
            <a:ext cx="158583" cy="45720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8118566" y="1042416"/>
            <a:ext cx="158583" cy="45720"/>
          </a:xfrm>
          <a:prstGeom prst="rect">
            <a:avLst/>
          </a:prstGeom>
          <a:solidFill>
            <a:srgbClr val="2A6BD5"/>
          </a:solidFill>
          <a:ln w="12700">
            <a:solidFill>
              <a:srgbClr val="2A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8275320" y="1042416"/>
            <a:ext cx="158583" cy="45720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8432074" y="1042416"/>
            <a:ext cx="158583" cy="45720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8588829" y="1042416"/>
            <a:ext cx="158583" cy="45720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8745583" y="1042416"/>
            <a:ext cx="158583" cy="45720"/>
          </a:xfrm>
          <a:prstGeom prst="rect">
            <a:avLst/>
          </a:prstGeom>
          <a:solidFill>
            <a:srgbClr val="226ED4"/>
          </a:solidFill>
          <a:ln w="12700">
            <a:solidFill>
              <a:srgbClr val="22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8902337" y="1042416"/>
            <a:ext cx="158583" cy="45720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9059091" y="1042416"/>
            <a:ext cx="158583" cy="45720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9215846" y="1042416"/>
            <a:ext cx="158583" cy="45720"/>
          </a:xfrm>
          <a:prstGeom prst="rect">
            <a:avLst/>
          </a:prstGeom>
          <a:solidFill>
            <a:srgbClr val="1C6FD4"/>
          </a:solidFill>
          <a:ln w="12700">
            <a:solidFill>
              <a:srgbClr val="1C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9372600" y="1042416"/>
            <a:ext cx="158583" cy="45720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9529354" y="1042416"/>
            <a:ext cx="158583" cy="45720"/>
          </a:xfrm>
          <a:prstGeom prst="rect">
            <a:avLst/>
          </a:prstGeom>
          <a:solidFill>
            <a:srgbClr val="1871D4"/>
          </a:solidFill>
          <a:ln w="12700">
            <a:solidFill>
              <a:srgbClr val="18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9686109" y="1042416"/>
            <a:ext cx="158583" cy="45720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9842863" y="1042416"/>
            <a:ext cx="158583" cy="45720"/>
          </a:xfrm>
          <a:prstGeom prst="rect">
            <a:avLst/>
          </a:prstGeom>
          <a:solidFill>
            <a:srgbClr val="1472D4"/>
          </a:solidFill>
          <a:ln w="12700">
            <a:solidFill>
              <a:srgbClr val="14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9999617" y="1042416"/>
            <a:ext cx="158583" cy="45720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10156371" y="1042416"/>
            <a:ext cx="158583" cy="45720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10313126" y="1042416"/>
            <a:ext cx="158583" cy="45720"/>
          </a:xfrm>
          <a:prstGeom prst="rect">
            <a:avLst/>
          </a:prstGeom>
          <a:solidFill>
            <a:srgbClr val="0E73D4"/>
          </a:solidFill>
          <a:ln w="12700">
            <a:solidFill>
              <a:srgbClr val="0E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10469880" y="1042416"/>
            <a:ext cx="158583" cy="45720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10626634" y="1042416"/>
            <a:ext cx="158583" cy="45720"/>
          </a:xfrm>
          <a:prstGeom prst="rect">
            <a:avLst/>
          </a:prstGeom>
          <a:solidFill>
            <a:srgbClr val="0A75D4"/>
          </a:solidFill>
          <a:ln w="12700">
            <a:solidFill>
              <a:srgbClr val="0A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10783389" y="1042416"/>
            <a:ext cx="158583" cy="45720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10940143" y="1042416"/>
            <a:ext cx="158583" cy="45720"/>
          </a:xfrm>
          <a:prstGeom prst="rect">
            <a:avLst/>
          </a:prstGeom>
          <a:solidFill>
            <a:srgbClr val="0676D4"/>
          </a:solidFill>
          <a:ln w="12700">
            <a:solidFill>
              <a:srgbClr val="06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11096897" y="1042416"/>
            <a:ext cx="158583" cy="45720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11253651" y="1042416"/>
            <a:ext cx="158583" cy="45720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11410406" y="1042416"/>
            <a:ext cx="158583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630936" y="1243584"/>
            <a:ext cx="5341468" cy="2423160"/>
          </a:xfrm>
          <a:prstGeom prst="roundRect">
            <a:avLst>
              <a:gd name="adj" fmla="val 6792"/>
            </a:avLst>
          </a:prstGeom>
          <a:solidFill>
            <a:srgbClr val="D5D3DA"/>
          </a:solidFill>
          <a:ln w="12700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594360" y="1207008"/>
            <a:ext cx="5341468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731520" y="1207008"/>
            <a:ext cx="103172" cy="59436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832863" y="1207008"/>
            <a:ext cx="103172" cy="59436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934206" y="1207008"/>
            <a:ext cx="103172" cy="59436"/>
          </a:xfrm>
          <a:prstGeom prst="rect">
            <a:avLst/>
          </a:prstGeom>
          <a:solidFill>
            <a:srgbClr val="8750D7"/>
          </a:solidFill>
          <a:ln w="12700">
            <a:solidFill>
              <a:srgbClr val="87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1035549" y="1207008"/>
            <a:ext cx="103172" cy="59436"/>
          </a:xfrm>
          <a:prstGeom prst="rect">
            <a:avLst/>
          </a:prstGeom>
          <a:solidFill>
            <a:srgbClr val="8551D7"/>
          </a:solidFill>
          <a:ln w="12700">
            <a:solidFill>
              <a:srgbClr val="85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1136892" y="1207008"/>
            <a:ext cx="103172" cy="59436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1238235" y="1207008"/>
            <a:ext cx="103172" cy="59436"/>
          </a:xfrm>
          <a:prstGeom prst="rect">
            <a:avLst/>
          </a:prstGeom>
          <a:solidFill>
            <a:srgbClr val="8352D7"/>
          </a:solidFill>
          <a:ln w="12700">
            <a:solidFill>
              <a:srgbClr val="83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1339578" y="1207008"/>
            <a:ext cx="103172" cy="59436"/>
          </a:xfrm>
          <a:prstGeom prst="rect">
            <a:avLst/>
          </a:prstGeom>
          <a:solidFill>
            <a:srgbClr val="8152D7"/>
          </a:solidFill>
          <a:ln w="12700">
            <a:solidFill>
              <a:srgbClr val="81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1440921" y="1207008"/>
            <a:ext cx="103172" cy="59436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1542264" y="1207008"/>
            <a:ext cx="103172" cy="59436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1643607" y="1207008"/>
            <a:ext cx="103172" cy="59436"/>
          </a:xfrm>
          <a:prstGeom prst="rect">
            <a:avLst/>
          </a:prstGeom>
          <a:solidFill>
            <a:srgbClr val="7D53D7"/>
          </a:solidFill>
          <a:ln w="12700">
            <a:solidFill>
              <a:srgbClr val="7D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1744950" y="1207008"/>
            <a:ext cx="103172" cy="59436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1846292" y="1207008"/>
            <a:ext cx="103172" cy="59436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1947635" y="1207008"/>
            <a:ext cx="103172" cy="59436"/>
          </a:xfrm>
          <a:prstGeom prst="rect">
            <a:avLst/>
          </a:prstGeom>
          <a:solidFill>
            <a:srgbClr val="7954D7"/>
          </a:solidFill>
          <a:ln w="12700">
            <a:solidFill>
              <a:srgbClr val="79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2048978" y="1207008"/>
            <a:ext cx="103172" cy="59436"/>
          </a:xfrm>
          <a:prstGeom prst="rect">
            <a:avLst/>
          </a:prstGeom>
          <a:solidFill>
            <a:srgbClr val="7755D7"/>
          </a:solidFill>
          <a:ln w="12700">
            <a:solidFill>
              <a:srgbClr val="77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2150321" y="1207008"/>
            <a:ext cx="103172" cy="59436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2251664" y="1207008"/>
            <a:ext cx="103172" cy="59436"/>
          </a:xfrm>
          <a:prstGeom prst="rect">
            <a:avLst/>
          </a:prstGeom>
          <a:solidFill>
            <a:srgbClr val="7556D7"/>
          </a:solidFill>
          <a:ln w="12700">
            <a:solidFill>
              <a:srgbClr val="75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2353007" y="1207008"/>
            <a:ext cx="103172" cy="59436"/>
          </a:xfrm>
          <a:prstGeom prst="rect">
            <a:avLst/>
          </a:prstGeom>
          <a:solidFill>
            <a:srgbClr val="7356D7"/>
          </a:solidFill>
          <a:ln w="12700">
            <a:solidFill>
              <a:srgbClr val="73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2454350" y="1207008"/>
            <a:ext cx="103172" cy="59436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2555693" y="1207008"/>
            <a:ext cx="103172" cy="59436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2657036" y="1207008"/>
            <a:ext cx="103172" cy="59436"/>
          </a:xfrm>
          <a:prstGeom prst="rect">
            <a:avLst/>
          </a:prstGeom>
          <a:solidFill>
            <a:srgbClr val="6F57D7"/>
          </a:solidFill>
          <a:ln w="12700">
            <a:solidFill>
              <a:srgbClr val="6F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2758379" y="1207008"/>
            <a:ext cx="103172" cy="59436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2859722" y="1207008"/>
            <a:ext cx="103172" cy="59436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961065" y="1207008"/>
            <a:ext cx="103172" cy="59436"/>
          </a:xfrm>
          <a:prstGeom prst="rect">
            <a:avLst/>
          </a:prstGeom>
          <a:solidFill>
            <a:srgbClr val="6B58D7"/>
          </a:solidFill>
          <a:ln w="12700">
            <a:solidFill>
              <a:srgbClr val="6B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3062408" y="1207008"/>
            <a:ext cx="103172" cy="59436"/>
          </a:xfrm>
          <a:prstGeom prst="rect">
            <a:avLst/>
          </a:prstGeom>
          <a:solidFill>
            <a:srgbClr val="6959D7"/>
          </a:solidFill>
          <a:ln w="12700">
            <a:solidFill>
              <a:srgbClr val="69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3163751" y="1207008"/>
            <a:ext cx="103172" cy="59436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3265094" y="1207008"/>
            <a:ext cx="103172" cy="59436"/>
          </a:xfrm>
          <a:prstGeom prst="rect">
            <a:avLst/>
          </a:prstGeom>
          <a:solidFill>
            <a:srgbClr val="675AD6"/>
          </a:solidFill>
          <a:ln w="12700">
            <a:solidFill>
              <a:srgbClr val="67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3366437" y="1207008"/>
            <a:ext cx="103172" cy="59436"/>
          </a:xfrm>
          <a:prstGeom prst="rect">
            <a:avLst/>
          </a:prstGeom>
          <a:solidFill>
            <a:srgbClr val="655AD6"/>
          </a:solidFill>
          <a:ln w="12700">
            <a:solidFill>
              <a:srgbClr val="65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3467780" y="1207008"/>
            <a:ext cx="103172" cy="59436"/>
          </a:xfrm>
          <a:prstGeom prst="rect">
            <a:avLst/>
          </a:prstGeom>
          <a:solidFill>
            <a:srgbClr val="645AD6"/>
          </a:solidFill>
          <a:ln w="12700">
            <a:solidFill>
              <a:srgbClr val="64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3569123" y="1207008"/>
            <a:ext cx="103172" cy="59436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3670466" y="1207008"/>
            <a:ext cx="103172" cy="59436"/>
          </a:xfrm>
          <a:prstGeom prst="rect">
            <a:avLst/>
          </a:prstGeom>
          <a:solidFill>
            <a:srgbClr val="615BD6"/>
          </a:solidFill>
          <a:ln w="12700">
            <a:solidFill>
              <a:srgbClr val="61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3771809" y="1207008"/>
            <a:ext cx="103172" cy="59436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3873152" y="1207008"/>
            <a:ext cx="103172" cy="59436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3974494" y="1207008"/>
            <a:ext cx="103172" cy="59436"/>
          </a:xfrm>
          <a:prstGeom prst="rect">
            <a:avLst/>
          </a:prstGeom>
          <a:solidFill>
            <a:srgbClr val="5D5CD6"/>
          </a:solidFill>
          <a:ln w="12700">
            <a:solidFill>
              <a:srgbClr val="5D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4075837" y="1207008"/>
            <a:ext cx="103172" cy="59436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4177180" y="1207008"/>
            <a:ext cx="103172" cy="59436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4278523" y="1207008"/>
            <a:ext cx="103172" cy="59436"/>
          </a:xfrm>
          <a:prstGeom prst="rect">
            <a:avLst/>
          </a:prstGeom>
          <a:solidFill>
            <a:srgbClr val="595ED6"/>
          </a:solidFill>
          <a:ln w="12700">
            <a:solidFill>
              <a:srgbClr val="59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4379866" y="1207008"/>
            <a:ext cx="103172" cy="59436"/>
          </a:xfrm>
          <a:prstGeom prst="rect">
            <a:avLst/>
          </a:prstGeom>
          <a:solidFill>
            <a:srgbClr val="575ED6"/>
          </a:solidFill>
          <a:ln w="12700">
            <a:solidFill>
              <a:srgbClr val="57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4481209" y="1207008"/>
            <a:ext cx="103172" cy="59436"/>
          </a:xfrm>
          <a:prstGeom prst="rect">
            <a:avLst/>
          </a:prstGeom>
          <a:solidFill>
            <a:srgbClr val="565ED6"/>
          </a:solidFill>
          <a:ln w="12700">
            <a:solidFill>
              <a:srgbClr val="56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4582552" y="1207008"/>
            <a:ext cx="103172" cy="59436"/>
          </a:xfrm>
          <a:prstGeom prst="rect">
            <a:avLst/>
          </a:prstGeom>
          <a:solidFill>
            <a:srgbClr val="555FD6"/>
          </a:solidFill>
          <a:ln w="12700">
            <a:solidFill>
              <a:srgbClr val="55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4683895" y="1207008"/>
            <a:ext cx="103172" cy="59436"/>
          </a:xfrm>
          <a:prstGeom prst="rect">
            <a:avLst/>
          </a:prstGeom>
          <a:solidFill>
            <a:srgbClr val="535FD6"/>
          </a:solidFill>
          <a:ln w="12700">
            <a:solidFill>
              <a:srgbClr val="53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4785238" y="1207008"/>
            <a:ext cx="103172" cy="59436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4886581" y="1207008"/>
            <a:ext cx="103172" cy="59436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4987924" y="1207008"/>
            <a:ext cx="103172" cy="59436"/>
          </a:xfrm>
          <a:prstGeom prst="rect">
            <a:avLst/>
          </a:prstGeom>
          <a:solidFill>
            <a:srgbClr val="4F60D6"/>
          </a:solidFill>
          <a:ln w="12700">
            <a:solidFill>
              <a:srgbClr val="4F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5089267" y="1207008"/>
            <a:ext cx="103172" cy="59436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5190610" y="1207008"/>
            <a:ext cx="103172" cy="59436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5291953" y="1207008"/>
            <a:ext cx="103172" cy="59436"/>
          </a:xfrm>
          <a:prstGeom prst="rect">
            <a:avLst/>
          </a:prstGeom>
          <a:solidFill>
            <a:srgbClr val="4B62D6"/>
          </a:solidFill>
          <a:ln w="12700">
            <a:solidFill>
              <a:srgbClr val="4B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5393296" y="1207008"/>
            <a:ext cx="103172" cy="59436"/>
          </a:xfrm>
          <a:prstGeom prst="rect">
            <a:avLst/>
          </a:prstGeom>
          <a:solidFill>
            <a:srgbClr val="4962D6"/>
          </a:solidFill>
          <a:ln w="12700">
            <a:solidFill>
              <a:srgbClr val="49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5494639" y="1207008"/>
            <a:ext cx="103172" cy="59436"/>
          </a:xfrm>
          <a:prstGeom prst="rect">
            <a:avLst/>
          </a:prstGeom>
          <a:solidFill>
            <a:srgbClr val="4862D6"/>
          </a:solidFill>
          <a:ln w="12700">
            <a:solidFill>
              <a:srgbClr val="48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5595982" y="1207008"/>
            <a:ext cx="103172" cy="59436"/>
          </a:xfrm>
          <a:prstGeom prst="rect">
            <a:avLst/>
          </a:prstGeom>
          <a:solidFill>
            <a:srgbClr val="4763D6"/>
          </a:solidFill>
          <a:ln w="12700">
            <a:solidFill>
              <a:srgbClr val="47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5697325" y="1207008"/>
            <a:ext cx="103172" cy="59436"/>
          </a:xfrm>
          <a:prstGeom prst="rect">
            <a:avLst/>
          </a:prstGeom>
          <a:solidFill>
            <a:srgbClr val="4563D6"/>
          </a:solidFill>
          <a:ln w="12700">
            <a:solidFill>
              <a:srgbClr val="45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795528" y="14356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Text 215"/>
          <p:cNvSpPr/>
          <p:nvPr/>
        </p:nvSpPr>
        <p:spPr>
          <a:xfrm>
            <a:off x="795528" y="14356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FIELD IMPACT</a:t>
            </a:r>
            <a:endParaRPr lang="en-US" sz="1100" dirty="0"/>
          </a:p>
        </p:txBody>
      </p:sp>
      <p:sp>
        <p:nvSpPr>
          <p:cNvPr id="218" name="Text 216"/>
          <p:cNvSpPr/>
          <p:nvPr/>
        </p:nvSpPr>
        <p:spPr>
          <a:xfrm>
            <a:off x="822960" y="1847088"/>
            <a:ext cx="48842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changes for the CSA</a:t>
            </a:r>
            <a:endParaRPr lang="en-US" sz="1800" dirty="0"/>
          </a:p>
        </p:txBody>
      </p:sp>
      <p:sp>
        <p:nvSpPr>
          <p:cNvPr id="219" name="Text 217"/>
          <p:cNvSpPr/>
          <p:nvPr/>
        </p:nvSpPr>
        <p:spPr>
          <a:xfrm>
            <a:off x="868680" y="2157984"/>
            <a:ext cx="479282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fontAlgn="t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cs typeface="Segoe UI" pitchFamily="34" charset="-120"/>
              </a:rPr>
              <a:t>Intent‑scoped workshops reduce “run everything” noise</a:t>
            </a:r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</a:t>
            </a:r>
            <a:r>
              <a:rPr lang="en-US" sz="125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scoring </a:t>
            </a: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domain-level summaries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executive outputs (HTML + Excel)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Re‑runnable assessments with deterministic delta tracking</a:t>
            </a:r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cs typeface="Segoe UI" pitchFamily="34" charset="-120"/>
              </a:rPr>
              <a:t>Reduces delivery time, </a:t>
            </a:r>
            <a:r>
              <a:rPr lang="en-US" sz="1250">
                <a:solidFill>
                  <a:srgbClr val="2B2B2B"/>
                </a:solidFill>
                <a:latin typeface="Segoe UI" pitchFamily="34" charset="0"/>
                <a:cs typeface="Segoe UI" pitchFamily="34" charset="-120"/>
              </a:rPr>
              <a:t>lowers risk, </a:t>
            </a:r>
            <a:r>
              <a:rPr lang="en-US" sz="1250" dirty="0">
                <a:solidFill>
                  <a:srgbClr val="2B2B2B"/>
                </a:solidFill>
                <a:latin typeface="Segoe UI" pitchFamily="34" charset="0"/>
                <a:cs typeface="Segoe UI" pitchFamily="34" charset="-120"/>
              </a:rPr>
              <a:t>and enables repeatability</a:t>
            </a:r>
            <a:endParaRPr lang="en-US" sz="1250" dirty="0"/>
          </a:p>
        </p:txBody>
      </p:sp>
      <p:sp>
        <p:nvSpPr>
          <p:cNvPr id="220" name="Shape 218"/>
          <p:cNvSpPr/>
          <p:nvPr/>
        </p:nvSpPr>
        <p:spPr>
          <a:xfrm>
            <a:off x="6292444" y="1243584"/>
            <a:ext cx="5341468" cy="2423160"/>
          </a:xfrm>
          <a:prstGeom prst="roundRect">
            <a:avLst>
              <a:gd name="adj" fmla="val 6792"/>
            </a:avLst>
          </a:prstGeom>
          <a:solidFill>
            <a:srgbClr val="D5D3DA"/>
          </a:solidFill>
          <a:ln w="12700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255868" y="1207008"/>
            <a:ext cx="5341468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393028" y="1207008"/>
            <a:ext cx="103172" cy="59436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494371" y="1207008"/>
            <a:ext cx="103172" cy="59436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595714" y="1207008"/>
            <a:ext cx="103172" cy="59436"/>
          </a:xfrm>
          <a:prstGeom prst="rect">
            <a:avLst/>
          </a:prstGeom>
          <a:solidFill>
            <a:srgbClr val="4165D5"/>
          </a:solidFill>
          <a:ln w="12700">
            <a:solidFill>
              <a:srgbClr val="41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697056" y="1207008"/>
            <a:ext cx="103172" cy="59436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798399" y="1207008"/>
            <a:ext cx="103172" cy="59436"/>
          </a:xfrm>
          <a:prstGeom prst="rect">
            <a:avLst/>
          </a:prstGeom>
          <a:solidFill>
            <a:srgbClr val="3E65D5"/>
          </a:solidFill>
          <a:ln w="12700">
            <a:solidFill>
              <a:srgbClr val="3E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6899742" y="1207008"/>
            <a:ext cx="103172" cy="59436"/>
          </a:xfrm>
          <a:prstGeom prst="rect">
            <a:avLst/>
          </a:prstGeom>
          <a:solidFill>
            <a:srgbClr val="3D66D5"/>
          </a:solidFill>
          <a:ln w="12700">
            <a:solidFill>
              <a:srgbClr val="3D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001085" y="1207008"/>
            <a:ext cx="103172" cy="59436"/>
          </a:xfrm>
          <a:prstGeom prst="rect">
            <a:avLst/>
          </a:prstGeom>
          <a:solidFill>
            <a:srgbClr val="3B66D5"/>
          </a:solidFill>
          <a:ln w="12700">
            <a:solidFill>
              <a:srgbClr val="3B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102428" y="1207008"/>
            <a:ext cx="103172" cy="59436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203771" y="1207008"/>
            <a:ext cx="103172" cy="59436"/>
          </a:xfrm>
          <a:prstGeom prst="rect">
            <a:avLst/>
          </a:prstGeom>
          <a:solidFill>
            <a:srgbClr val="3967D5"/>
          </a:solidFill>
          <a:ln w="12700">
            <a:solidFill>
              <a:srgbClr val="39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305114" y="1207008"/>
            <a:ext cx="103172" cy="59436"/>
          </a:xfrm>
          <a:prstGeom prst="rect">
            <a:avLst/>
          </a:prstGeom>
          <a:solidFill>
            <a:srgbClr val="3767D5"/>
          </a:solidFill>
          <a:ln w="12700">
            <a:solidFill>
              <a:srgbClr val="37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06457" y="1207008"/>
            <a:ext cx="103172" cy="59436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507800" y="1207008"/>
            <a:ext cx="103172" cy="59436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609143" y="1207008"/>
            <a:ext cx="103172" cy="59436"/>
          </a:xfrm>
          <a:prstGeom prst="rect">
            <a:avLst/>
          </a:prstGeom>
          <a:solidFill>
            <a:srgbClr val="3369D5"/>
          </a:solidFill>
          <a:ln w="12700">
            <a:solidFill>
              <a:srgbClr val="33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710486" y="1207008"/>
            <a:ext cx="103172" cy="59436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811829" y="1207008"/>
            <a:ext cx="103172" cy="59436"/>
          </a:xfrm>
          <a:prstGeom prst="rect">
            <a:avLst/>
          </a:prstGeom>
          <a:solidFill>
            <a:srgbClr val="3069D5"/>
          </a:solidFill>
          <a:ln w="12700">
            <a:solidFill>
              <a:srgbClr val="30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913172" y="1207008"/>
            <a:ext cx="103172" cy="59436"/>
          </a:xfrm>
          <a:prstGeom prst="rect">
            <a:avLst/>
          </a:prstGeom>
          <a:solidFill>
            <a:srgbClr val="2F6AD5"/>
          </a:solidFill>
          <a:ln w="12700">
            <a:solidFill>
              <a:srgbClr val="2F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8014515" y="1207008"/>
            <a:ext cx="103172" cy="59436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8115858" y="1207008"/>
            <a:ext cx="103172" cy="59436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8217201" y="1207008"/>
            <a:ext cx="103172" cy="59436"/>
          </a:xfrm>
          <a:prstGeom prst="rect">
            <a:avLst/>
          </a:prstGeom>
          <a:solidFill>
            <a:srgbClr val="2B6BD5"/>
          </a:solidFill>
          <a:ln w="12700">
            <a:solidFill>
              <a:srgbClr val="2B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8318544" y="1207008"/>
            <a:ext cx="103172" cy="59436"/>
          </a:xfrm>
          <a:prstGeom prst="rect">
            <a:avLst/>
          </a:prstGeom>
          <a:solidFill>
            <a:srgbClr val="296BD5"/>
          </a:solidFill>
          <a:ln w="12700">
            <a:solidFill>
              <a:srgbClr val="29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8419887" y="1207008"/>
            <a:ext cx="103172" cy="59436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8521230" y="1207008"/>
            <a:ext cx="103172" cy="59436"/>
          </a:xfrm>
          <a:prstGeom prst="rect">
            <a:avLst/>
          </a:prstGeom>
          <a:solidFill>
            <a:srgbClr val="276CD5"/>
          </a:solidFill>
          <a:ln w="12700">
            <a:solidFill>
              <a:srgbClr val="27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8622573" y="1207008"/>
            <a:ext cx="103172" cy="59436"/>
          </a:xfrm>
          <a:prstGeom prst="rect">
            <a:avLst/>
          </a:prstGeom>
          <a:solidFill>
            <a:srgbClr val="256DD5"/>
          </a:solidFill>
          <a:ln w="12700">
            <a:solidFill>
              <a:srgbClr val="25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8723915" y="1207008"/>
            <a:ext cx="103172" cy="59436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8825258" y="1207008"/>
            <a:ext cx="103172" cy="59436"/>
          </a:xfrm>
          <a:prstGeom prst="rect">
            <a:avLst/>
          </a:prstGeom>
          <a:solidFill>
            <a:srgbClr val="226DD5"/>
          </a:solidFill>
          <a:ln w="12700">
            <a:solidFill>
              <a:srgbClr val="22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8926601" y="1207008"/>
            <a:ext cx="103172" cy="59436"/>
          </a:xfrm>
          <a:prstGeom prst="rect">
            <a:avLst/>
          </a:prstGeom>
          <a:solidFill>
            <a:srgbClr val="216ED4"/>
          </a:solidFill>
          <a:ln w="12700">
            <a:solidFill>
              <a:srgbClr val="21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9027944" y="1207008"/>
            <a:ext cx="103172" cy="59436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9129287" y="1207008"/>
            <a:ext cx="103172" cy="59436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9230630" y="1207008"/>
            <a:ext cx="103172" cy="59436"/>
          </a:xfrm>
          <a:prstGeom prst="rect">
            <a:avLst/>
          </a:prstGeom>
          <a:solidFill>
            <a:srgbClr val="1D6FD4"/>
          </a:solidFill>
          <a:ln w="12700">
            <a:solidFill>
              <a:srgbClr val="1D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9331973" y="1207008"/>
            <a:ext cx="103172" cy="59436"/>
          </a:xfrm>
          <a:prstGeom prst="rect">
            <a:avLst/>
          </a:prstGeom>
          <a:solidFill>
            <a:srgbClr val="1B6FD4"/>
          </a:solidFill>
          <a:ln w="12700">
            <a:solidFill>
              <a:srgbClr val="1B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9433316" y="1207008"/>
            <a:ext cx="103172" cy="59436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9534659" y="1207008"/>
            <a:ext cx="103172" cy="59436"/>
          </a:xfrm>
          <a:prstGeom prst="rect">
            <a:avLst/>
          </a:prstGeom>
          <a:solidFill>
            <a:srgbClr val="1970D4"/>
          </a:solidFill>
          <a:ln w="12700">
            <a:solidFill>
              <a:srgbClr val="19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9636002" y="1207008"/>
            <a:ext cx="103172" cy="59436"/>
          </a:xfrm>
          <a:prstGeom prst="rect">
            <a:avLst/>
          </a:prstGeom>
          <a:solidFill>
            <a:srgbClr val="1771D4"/>
          </a:solidFill>
          <a:ln w="12700">
            <a:solidFill>
              <a:srgbClr val="17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9737345" y="1207008"/>
            <a:ext cx="103172" cy="59436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9838688" y="1207008"/>
            <a:ext cx="103172" cy="59436"/>
          </a:xfrm>
          <a:prstGeom prst="rect">
            <a:avLst/>
          </a:prstGeom>
          <a:solidFill>
            <a:srgbClr val="1471D4"/>
          </a:solidFill>
          <a:ln w="12700">
            <a:solidFill>
              <a:srgbClr val="14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9940031" y="1207008"/>
            <a:ext cx="103172" cy="59436"/>
          </a:xfrm>
          <a:prstGeom prst="rect">
            <a:avLst/>
          </a:prstGeom>
          <a:solidFill>
            <a:srgbClr val="1372D4"/>
          </a:solidFill>
          <a:ln w="12700">
            <a:solidFill>
              <a:srgbClr val="13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10041374" y="1207008"/>
            <a:ext cx="103172" cy="59436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10142717" y="1207008"/>
            <a:ext cx="103172" cy="59436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10244060" y="1207008"/>
            <a:ext cx="103172" cy="59436"/>
          </a:xfrm>
          <a:prstGeom prst="rect">
            <a:avLst/>
          </a:prstGeom>
          <a:solidFill>
            <a:srgbClr val="0F73D4"/>
          </a:solidFill>
          <a:ln w="12700">
            <a:solidFill>
              <a:srgbClr val="0F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10345403" y="1207008"/>
            <a:ext cx="103172" cy="59436"/>
          </a:xfrm>
          <a:prstGeom prst="rect">
            <a:avLst/>
          </a:prstGeom>
          <a:solidFill>
            <a:srgbClr val="0D73D4"/>
          </a:solidFill>
          <a:ln w="12700">
            <a:solidFill>
              <a:srgbClr val="0D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10446746" y="1207008"/>
            <a:ext cx="103172" cy="59436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10548089" y="1207008"/>
            <a:ext cx="103172" cy="59436"/>
          </a:xfrm>
          <a:prstGeom prst="rect">
            <a:avLst/>
          </a:prstGeom>
          <a:solidFill>
            <a:srgbClr val="0B74D4"/>
          </a:solidFill>
          <a:ln w="12700">
            <a:solidFill>
              <a:srgbClr val="0B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10649432" y="1207008"/>
            <a:ext cx="103172" cy="59436"/>
          </a:xfrm>
          <a:prstGeom prst="rect">
            <a:avLst/>
          </a:prstGeom>
          <a:solidFill>
            <a:srgbClr val="0975D4"/>
          </a:solidFill>
          <a:ln w="12700">
            <a:solidFill>
              <a:srgbClr val="09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10750775" y="1207008"/>
            <a:ext cx="103172" cy="59436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10852117" y="1207008"/>
            <a:ext cx="103172" cy="59436"/>
          </a:xfrm>
          <a:prstGeom prst="rect">
            <a:avLst/>
          </a:prstGeom>
          <a:solidFill>
            <a:srgbClr val="0675D4"/>
          </a:solidFill>
          <a:ln w="12700">
            <a:solidFill>
              <a:srgbClr val="06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10953460" y="1207008"/>
            <a:ext cx="103172" cy="59436"/>
          </a:xfrm>
          <a:prstGeom prst="rect">
            <a:avLst/>
          </a:prstGeom>
          <a:solidFill>
            <a:srgbClr val="0576D4"/>
          </a:solidFill>
          <a:ln w="12700">
            <a:solidFill>
              <a:srgbClr val="05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11054803" y="1207008"/>
            <a:ext cx="103172" cy="59436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11156146" y="1207008"/>
            <a:ext cx="103172" cy="59436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11257489" y="1207008"/>
            <a:ext cx="103172" cy="59436"/>
          </a:xfrm>
          <a:prstGeom prst="rect">
            <a:avLst/>
          </a:prstGeom>
          <a:solidFill>
            <a:srgbClr val="0177D4"/>
          </a:solidFill>
          <a:ln w="12700">
            <a:solidFill>
              <a:srgbClr val="01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11358832" y="1207008"/>
            <a:ext cx="103172" cy="594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6457036" y="1435608"/>
            <a:ext cx="192938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271"/>
          <p:cNvSpPr/>
          <p:nvPr/>
        </p:nvSpPr>
        <p:spPr>
          <a:xfrm>
            <a:off x="6457036" y="1435608"/>
            <a:ext cx="192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ASSURANCE</a:t>
            </a:r>
            <a:endParaRPr lang="en-US" sz="1100" dirty="0"/>
          </a:p>
        </p:txBody>
      </p:sp>
      <p:sp>
        <p:nvSpPr>
          <p:cNvPr id="274" name="Text 272"/>
          <p:cNvSpPr/>
          <p:nvPr/>
        </p:nvSpPr>
        <p:spPr>
          <a:xfrm>
            <a:off x="6484468" y="1847088"/>
            <a:ext cx="48842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it’s safe</a:t>
            </a:r>
            <a:endParaRPr lang="en-US" sz="1800" dirty="0"/>
          </a:p>
        </p:txBody>
      </p:sp>
      <p:sp>
        <p:nvSpPr>
          <p:cNvPr id="275" name="Text 273"/>
          <p:cNvSpPr/>
          <p:nvPr/>
        </p:nvSpPr>
        <p:spPr>
          <a:xfrm>
            <a:off x="6530188" y="2212848"/>
            <a:ext cx="479282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engine is </a:t>
            </a:r>
            <a:r>
              <a:rPr lang="en-US" sz="125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authoritative</a:t>
            </a: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(AI cannot alter scoring)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direct Azure access from Copilot (read‑only collectors)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Tool‑restricted orchestration (no arbitrary shell or mutation)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 confined to out/ with auditable run_id logging</a:t>
            </a:r>
            <a:endParaRPr lang="en-US" sz="1250" dirty="0"/>
          </a:p>
        </p:txBody>
      </p:sp>
      <p:sp>
        <p:nvSpPr>
          <p:cNvPr id="276" name="Shape 274"/>
          <p:cNvSpPr/>
          <p:nvPr/>
        </p:nvSpPr>
        <p:spPr>
          <a:xfrm>
            <a:off x="630936" y="3922776"/>
            <a:ext cx="5341468" cy="2084832"/>
          </a:xfrm>
          <a:prstGeom prst="roundRect">
            <a:avLst>
              <a:gd name="adj" fmla="val 7895"/>
            </a:avLst>
          </a:prstGeom>
          <a:solidFill>
            <a:srgbClr val="D5D3DA"/>
          </a:solidFill>
          <a:ln w="12700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594360" y="3886200"/>
            <a:ext cx="5341468" cy="208483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731520" y="3886200"/>
            <a:ext cx="103172" cy="59436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32863" y="3886200"/>
            <a:ext cx="103172" cy="59436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934206" y="3886200"/>
            <a:ext cx="103172" cy="59436"/>
          </a:xfrm>
          <a:prstGeom prst="rect">
            <a:avLst/>
          </a:prstGeom>
          <a:solidFill>
            <a:srgbClr val="8750D7"/>
          </a:solidFill>
          <a:ln w="12700">
            <a:solidFill>
              <a:srgbClr val="87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1035549" y="3886200"/>
            <a:ext cx="103172" cy="59436"/>
          </a:xfrm>
          <a:prstGeom prst="rect">
            <a:avLst/>
          </a:prstGeom>
          <a:solidFill>
            <a:srgbClr val="8551D7"/>
          </a:solidFill>
          <a:ln w="12700">
            <a:solidFill>
              <a:srgbClr val="85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1136892" y="3886200"/>
            <a:ext cx="103172" cy="59436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1238235" y="3886200"/>
            <a:ext cx="103172" cy="59436"/>
          </a:xfrm>
          <a:prstGeom prst="rect">
            <a:avLst/>
          </a:prstGeom>
          <a:solidFill>
            <a:srgbClr val="8352D7"/>
          </a:solidFill>
          <a:ln w="12700">
            <a:solidFill>
              <a:srgbClr val="83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1339578" y="3886200"/>
            <a:ext cx="103172" cy="59436"/>
          </a:xfrm>
          <a:prstGeom prst="rect">
            <a:avLst/>
          </a:prstGeom>
          <a:solidFill>
            <a:srgbClr val="8152D7"/>
          </a:solidFill>
          <a:ln w="12700">
            <a:solidFill>
              <a:srgbClr val="81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1440921" y="3886200"/>
            <a:ext cx="103172" cy="59436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1542264" y="3886200"/>
            <a:ext cx="103172" cy="59436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1643607" y="3886200"/>
            <a:ext cx="103172" cy="59436"/>
          </a:xfrm>
          <a:prstGeom prst="rect">
            <a:avLst/>
          </a:prstGeom>
          <a:solidFill>
            <a:srgbClr val="7D53D7"/>
          </a:solidFill>
          <a:ln w="12700">
            <a:solidFill>
              <a:srgbClr val="7D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1744950" y="3886200"/>
            <a:ext cx="103172" cy="59436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1846292" y="3886200"/>
            <a:ext cx="103172" cy="59436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1947635" y="3886200"/>
            <a:ext cx="103172" cy="59436"/>
          </a:xfrm>
          <a:prstGeom prst="rect">
            <a:avLst/>
          </a:prstGeom>
          <a:solidFill>
            <a:srgbClr val="7954D7"/>
          </a:solidFill>
          <a:ln w="12700">
            <a:solidFill>
              <a:srgbClr val="79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2048978" y="3886200"/>
            <a:ext cx="103172" cy="59436"/>
          </a:xfrm>
          <a:prstGeom prst="rect">
            <a:avLst/>
          </a:prstGeom>
          <a:solidFill>
            <a:srgbClr val="7755D7"/>
          </a:solidFill>
          <a:ln w="12700">
            <a:solidFill>
              <a:srgbClr val="77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2150321" y="3886200"/>
            <a:ext cx="103172" cy="59436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2251664" y="3886200"/>
            <a:ext cx="103172" cy="59436"/>
          </a:xfrm>
          <a:prstGeom prst="rect">
            <a:avLst/>
          </a:prstGeom>
          <a:solidFill>
            <a:srgbClr val="7556D7"/>
          </a:solidFill>
          <a:ln w="12700">
            <a:solidFill>
              <a:srgbClr val="75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2353007" y="3886200"/>
            <a:ext cx="103172" cy="59436"/>
          </a:xfrm>
          <a:prstGeom prst="rect">
            <a:avLst/>
          </a:prstGeom>
          <a:solidFill>
            <a:srgbClr val="7356D7"/>
          </a:solidFill>
          <a:ln w="12700">
            <a:solidFill>
              <a:srgbClr val="73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2454350" y="3886200"/>
            <a:ext cx="103172" cy="59436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2555693" y="3886200"/>
            <a:ext cx="103172" cy="59436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2657036" y="3886200"/>
            <a:ext cx="103172" cy="59436"/>
          </a:xfrm>
          <a:prstGeom prst="rect">
            <a:avLst/>
          </a:prstGeom>
          <a:solidFill>
            <a:srgbClr val="6F57D7"/>
          </a:solidFill>
          <a:ln w="12700">
            <a:solidFill>
              <a:srgbClr val="6F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2758379" y="3886200"/>
            <a:ext cx="103172" cy="59436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2859722" y="3886200"/>
            <a:ext cx="103172" cy="59436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2961065" y="3886200"/>
            <a:ext cx="103172" cy="59436"/>
          </a:xfrm>
          <a:prstGeom prst="rect">
            <a:avLst/>
          </a:prstGeom>
          <a:solidFill>
            <a:srgbClr val="6B58D7"/>
          </a:solidFill>
          <a:ln w="12700">
            <a:solidFill>
              <a:srgbClr val="6B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3062408" y="3886200"/>
            <a:ext cx="103172" cy="59436"/>
          </a:xfrm>
          <a:prstGeom prst="rect">
            <a:avLst/>
          </a:prstGeom>
          <a:solidFill>
            <a:srgbClr val="6959D7"/>
          </a:solidFill>
          <a:ln w="12700">
            <a:solidFill>
              <a:srgbClr val="69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3163751" y="3886200"/>
            <a:ext cx="103172" cy="59436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3265094" y="3886200"/>
            <a:ext cx="103172" cy="59436"/>
          </a:xfrm>
          <a:prstGeom prst="rect">
            <a:avLst/>
          </a:prstGeom>
          <a:solidFill>
            <a:srgbClr val="675AD6"/>
          </a:solidFill>
          <a:ln w="12700">
            <a:solidFill>
              <a:srgbClr val="67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3366437" y="3886200"/>
            <a:ext cx="103172" cy="59436"/>
          </a:xfrm>
          <a:prstGeom prst="rect">
            <a:avLst/>
          </a:prstGeom>
          <a:solidFill>
            <a:srgbClr val="655AD6"/>
          </a:solidFill>
          <a:ln w="12700">
            <a:solidFill>
              <a:srgbClr val="65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3467780" y="3886200"/>
            <a:ext cx="103172" cy="59436"/>
          </a:xfrm>
          <a:prstGeom prst="rect">
            <a:avLst/>
          </a:prstGeom>
          <a:solidFill>
            <a:srgbClr val="645AD6"/>
          </a:solidFill>
          <a:ln w="12700">
            <a:solidFill>
              <a:srgbClr val="64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3569123" y="3886200"/>
            <a:ext cx="103172" cy="59436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3670466" y="3886200"/>
            <a:ext cx="103172" cy="59436"/>
          </a:xfrm>
          <a:prstGeom prst="rect">
            <a:avLst/>
          </a:prstGeom>
          <a:solidFill>
            <a:srgbClr val="615BD6"/>
          </a:solidFill>
          <a:ln w="12700">
            <a:solidFill>
              <a:srgbClr val="61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3771809" y="3886200"/>
            <a:ext cx="103172" cy="59436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3873152" y="3886200"/>
            <a:ext cx="103172" cy="59436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3974494" y="3886200"/>
            <a:ext cx="103172" cy="59436"/>
          </a:xfrm>
          <a:prstGeom prst="rect">
            <a:avLst/>
          </a:prstGeom>
          <a:solidFill>
            <a:srgbClr val="5D5CD6"/>
          </a:solidFill>
          <a:ln w="12700">
            <a:solidFill>
              <a:srgbClr val="5D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4075837" y="3886200"/>
            <a:ext cx="103172" cy="59436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4177180" y="3886200"/>
            <a:ext cx="103172" cy="59436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4278523" y="3886200"/>
            <a:ext cx="103172" cy="59436"/>
          </a:xfrm>
          <a:prstGeom prst="rect">
            <a:avLst/>
          </a:prstGeom>
          <a:solidFill>
            <a:srgbClr val="595ED6"/>
          </a:solidFill>
          <a:ln w="12700">
            <a:solidFill>
              <a:srgbClr val="59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4379866" y="3886200"/>
            <a:ext cx="103172" cy="59436"/>
          </a:xfrm>
          <a:prstGeom prst="rect">
            <a:avLst/>
          </a:prstGeom>
          <a:solidFill>
            <a:srgbClr val="575ED6"/>
          </a:solidFill>
          <a:ln w="12700">
            <a:solidFill>
              <a:srgbClr val="57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4481209" y="3886200"/>
            <a:ext cx="103172" cy="59436"/>
          </a:xfrm>
          <a:prstGeom prst="rect">
            <a:avLst/>
          </a:prstGeom>
          <a:solidFill>
            <a:srgbClr val="565ED6"/>
          </a:solidFill>
          <a:ln w="12700">
            <a:solidFill>
              <a:srgbClr val="56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4582552" y="3886200"/>
            <a:ext cx="103172" cy="59436"/>
          </a:xfrm>
          <a:prstGeom prst="rect">
            <a:avLst/>
          </a:prstGeom>
          <a:solidFill>
            <a:srgbClr val="555FD6"/>
          </a:solidFill>
          <a:ln w="12700">
            <a:solidFill>
              <a:srgbClr val="55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4683895" y="3886200"/>
            <a:ext cx="103172" cy="59436"/>
          </a:xfrm>
          <a:prstGeom prst="rect">
            <a:avLst/>
          </a:prstGeom>
          <a:solidFill>
            <a:srgbClr val="535FD6"/>
          </a:solidFill>
          <a:ln w="12700">
            <a:solidFill>
              <a:srgbClr val="53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4785238" y="3886200"/>
            <a:ext cx="103172" cy="59436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4886581" y="3886200"/>
            <a:ext cx="103172" cy="59436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4987924" y="3886200"/>
            <a:ext cx="103172" cy="59436"/>
          </a:xfrm>
          <a:prstGeom prst="rect">
            <a:avLst/>
          </a:prstGeom>
          <a:solidFill>
            <a:srgbClr val="4F60D6"/>
          </a:solidFill>
          <a:ln w="12700">
            <a:solidFill>
              <a:srgbClr val="4F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5089267" y="3886200"/>
            <a:ext cx="103172" cy="59436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5190610" y="3886200"/>
            <a:ext cx="103172" cy="59436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5291953" y="3886200"/>
            <a:ext cx="103172" cy="59436"/>
          </a:xfrm>
          <a:prstGeom prst="rect">
            <a:avLst/>
          </a:prstGeom>
          <a:solidFill>
            <a:srgbClr val="4B62D6"/>
          </a:solidFill>
          <a:ln w="12700">
            <a:solidFill>
              <a:srgbClr val="4B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5393296" y="3886200"/>
            <a:ext cx="103172" cy="59436"/>
          </a:xfrm>
          <a:prstGeom prst="rect">
            <a:avLst/>
          </a:prstGeom>
          <a:solidFill>
            <a:srgbClr val="4962D6"/>
          </a:solidFill>
          <a:ln w="12700">
            <a:solidFill>
              <a:srgbClr val="49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5494639" y="3886200"/>
            <a:ext cx="103172" cy="59436"/>
          </a:xfrm>
          <a:prstGeom prst="rect">
            <a:avLst/>
          </a:prstGeom>
          <a:solidFill>
            <a:srgbClr val="4862D6"/>
          </a:solidFill>
          <a:ln w="12700">
            <a:solidFill>
              <a:srgbClr val="48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5595982" y="3886200"/>
            <a:ext cx="103172" cy="59436"/>
          </a:xfrm>
          <a:prstGeom prst="rect">
            <a:avLst/>
          </a:prstGeom>
          <a:solidFill>
            <a:srgbClr val="4763D6"/>
          </a:solidFill>
          <a:ln w="12700">
            <a:solidFill>
              <a:srgbClr val="47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5697325" y="3886200"/>
            <a:ext cx="103172" cy="59436"/>
          </a:xfrm>
          <a:prstGeom prst="rect">
            <a:avLst/>
          </a:prstGeom>
          <a:solidFill>
            <a:srgbClr val="4563D6"/>
          </a:solidFill>
          <a:ln w="12700">
            <a:solidFill>
              <a:srgbClr val="45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795528" y="4114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Text 327"/>
          <p:cNvSpPr/>
          <p:nvPr/>
        </p:nvSpPr>
        <p:spPr>
          <a:xfrm>
            <a:off x="795528" y="41148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SHIFT</a:t>
            </a:r>
            <a:endParaRPr lang="en-US" sz="1100" dirty="0"/>
          </a:p>
        </p:txBody>
      </p:sp>
      <p:sp>
        <p:nvSpPr>
          <p:cNvPr id="330" name="Text 328"/>
          <p:cNvSpPr/>
          <p:nvPr/>
        </p:nvSpPr>
        <p:spPr>
          <a:xfrm>
            <a:off x="822960" y="4526280"/>
            <a:ext cx="48842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→ After</a:t>
            </a:r>
            <a:endParaRPr lang="en-US" sz="1800" dirty="0"/>
          </a:p>
        </p:txBody>
      </p:sp>
      <p:sp>
        <p:nvSpPr>
          <p:cNvPr id="331" name="Text 329"/>
          <p:cNvSpPr/>
          <p:nvPr/>
        </p:nvSpPr>
        <p:spPr>
          <a:xfrm>
            <a:off x="868680" y="4892040"/>
            <a:ext cx="47928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interviews → Guided, intent-driven orchestration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maturity snapshot → </a:t>
            </a:r>
            <a:r>
              <a:rPr lang="en-US" sz="125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deltas </a:t>
            </a: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time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delivery → Repeatable, auditable outcomes</a:t>
            </a:r>
            <a:endParaRPr lang="en-US" sz="1250" dirty="0"/>
          </a:p>
        </p:txBody>
      </p:sp>
      <p:sp>
        <p:nvSpPr>
          <p:cNvPr id="332" name="Shape 330"/>
          <p:cNvSpPr/>
          <p:nvPr/>
        </p:nvSpPr>
        <p:spPr>
          <a:xfrm>
            <a:off x="6292444" y="3922776"/>
            <a:ext cx="5341468" cy="2084832"/>
          </a:xfrm>
          <a:prstGeom prst="roundRect">
            <a:avLst>
              <a:gd name="adj" fmla="val 7895"/>
            </a:avLst>
          </a:prstGeom>
          <a:solidFill>
            <a:srgbClr val="D5D3DA"/>
          </a:solidFill>
          <a:ln w="12700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6255868" y="3886200"/>
            <a:ext cx="5341468" cy="208483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6393028" y="3886200"/>
            <a:ext cx="103172" cy="59436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6494371" y="3886200"/>
            <a:ext cx="103172" cy="59436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6595714" y="3886200"/>
            <a:ext cx="103172" cy="59436"/>
          </a:xfrm>
          <a:prstGeom prst="rect">
            <a:avLst/>
          </a:prstGeom>
          <a:solidFill>
            <a:srgbClr val="4165D5"/>
          </a:solidFill>
          <a:ln w="12700">
            <a:solidFill>
              <a:srgbClr val="41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6697056" y="3886200"/>
            <a:ext cx="103172" cy="59436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6798399" y="3886200"/>
            <a:ext cx="103172" cy="59436"/>
          </a:xfrm>
          <a:prstGeom prst="rect">
            <a:avLst/>
          </a:prstGeom>
          <a:solidFill>
            <a:srgbClr val="3E65D5"/>
          </a:solidFill>
          <a:ln w="12700">
            <a:solidFill>
              <a:srgbClr val="3E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6899742" y="3886200"/>
            <a:ext cx="103172" cy="59436"/>
          </a:xfrm>
          <a:prstGeom prst="rect">
            <a:avLst/>
          </a:prstGeom>
          <a:solidFill>
            <a:srgbClr val="3D66D5"/>
          </a:solidFill>
          <a:ln w="12700">
            <a:solidFill>
              <a:srgbClr val="3D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7001085" y="3886200"/>
            <a:ext cx="103172" cy="59436"/>
          </a:xfrm>
          <a:prstGeom prst="rect">
            <a:avLst/>
          </a:prstGeom>
          <a:solidFill>
            <a:srgbClr val="3B66D5"/>
          </a:solidFill>
          <a:ln w="12700">
            <a:solidFill>
              <a:srgbClr val="3B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7102428" y="3886200"/>
            <a:ext cx="103172" cy="59436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7203771" y="3886200"/>
            <a:ext cx="103172" cy="59436"/>
          </a:xfrm>
          <a:prstGeom prst="rect">
            <a:avLst/>
          </a:prstGeom>
          <a:solidFill>
            <a:srgbClr val="3967D5"/>
          </a:solidFill>
          <a:ln w="12700">
            <a:solidFill>
              <a:srgbClr val="39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7305114" y="3886200"/>
            <a:ext cx="103172" cy="59436"/>
          </a:xfrm>
          <a:prstGeom prst="rect">
            <a:avLst/>
          </a:prstGeom>
          <a:solidFill>
            <a:srgbClr val="3767D5"/>
          </a:solidFill>
          <a:ln w="12700">
            <a:solidFill>
              <a:srgbClr val="37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7406457" y="3886200"/>
            <a:ext cx="103172" cy="59436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7507800" y="3886200"/>
            <a:ext cx="103172" cy="59436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7609143" y="3886200"/>
            <a:ext cx="103172" cy="59436"/>
          </a:xfrm>
          <a:prstGeom prst="rect">
            <a:avLst/>
          </a:prstGeom>
          <a:solidFill>
            <a:srgbClr val="3369D5"/>
          </a:solidFill>
          <a:ln w="12700">
            <a:solidFill>
              <a:srgbClr val="33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7710486" y="3886200"/>
            <a:ext cx="103172" cy="59436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7811829" y="3886200"/>
            <a:ext cx="103172" cy="59436"/>
          </a:xfrm>
          <a:prstGeom prst="rect">
            <a:avLst/>
          </a:prstGeom>
          <a:solidFill>
            <a:srgbClr val="3069D5"/>
          </a:solidFill>
          <a:ln w="12700">
            <a:solidFill>
              <a:srgbClr val="30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7913172" y="3886200"/>
            <a:ext cx="103172" cy="59436"/>
          </a:xfrm>
          <a:prstGeom prst="rect">
            <a:avLst/>
          </a:prstGeom>
          <a:solidFill>
            <a:srgbClr val="2F6AD5"/>
          </a:solidFill>
          <a:ln w="12700">
            <a:solidFill>
              <a:srgbClr val="2F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8014515" y="3886200"/>
            <a:ext cx="103172" cy="59436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8115858" y="3886200"/>
            <a:ext cx="103172" cy="59436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8217201" y="3886200"/>
            <a:ext cx="103172" cy="59436"/>
          </a:xfrm>
          <a:prstGeom prst="rect">
            <a:avLst/>
          </a:prstGeom>
          <a:solidFill>
            <a:srgbClr val="2B6BD5"/>
          </a:solidFill>
          <a:ln w="12700">
            <a:solidFill>
              <a:srgbClr val="2B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8318544" y="3886200"/>
            <a:ext cx="103172" cy="59436"/>
          </a:xfrm>
          <a:prstGeom prst="rect">
            <a:avLst/>
          </a:prstGeom>
          <a:solidFill>
            <a:srgbClr val="296BD5"/>
          </a:solidFill>
          <a:ln w="12700">
            <a:solidFill>
              <a:srgbClr val="29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8419887" y="3886200"/>
            <a:ext cx="103172" cy="59436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8521230" y="3886200"/>
            <a:ext cx="103172" cy="59436"/>
          </a:xfrm>
          <a:prstGeom prst="rect">
            <a:avLst/>
          </a:prstGeom>
          <a:solidFill>
            <a:srgbClr val="276CD5"/>
          </a:solidFill>
          <a:ln w="12700">
            <a:solidFill>
              <a:srgbClr val="27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8622573" y="3886200"/>
            <a:ext cx="103172" cy="59436"/>
          </a:xfrm>
          <a:prstGeom prst="rect">
            <a:avLst/>
          </a:prstGeom>
          <a:solidFill>
            <a:srgbClr val="256DD5"/>
          </a:solidFill>
          <a:ln w="12700">
            <a:solidFill>
              <a:srgbClr val="25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8723915" y="3886200"/>
            <a:ext cx="103172" cy="59436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8825258" y="3886200"/>
            <a:ext cx="103172" cy="59436"/>
          </a:xfrm>
          <a:prstGeom prst="rect">
            <a:avLst/>
          </a:prstGeom>
          <a:solidFill>
            <a:srgbClr val="226DD5"/>
          </a:solidFill>
          <a:ln w="12700">
            <a:solidFill>
              <a:srgbClr val="22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8926601" y="3886200"/>
            <a:ext cx="103172" cy="59436"/>
          </a:xfrm>
          <a:prstGeom prst="rect">
            <a:avLst/>
          </a:prstGeom>
          <a:solidFill>
            <a:srgbClr val="216ED4"/>
          </a:solidFill>
          <a:ln w="12700">
            <a:solidFill>
              <a:srgbClr val="21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9027944" y="3886200"/>
            <a:ext cx="103172" cy="59436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9129287" y="3886200"/>
            <a:ext cx="103172" cy="59436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9230630" y="3886200"/>
            <a:ext cx="103172" cy="59436"/>
          </a:xfrm>
          <a:prstGeom prst="rect">
            <a:avLst/>
          </a:prstGeom>
          <a:solidFill>
            <a:srgbClr val="1D6FD4"/>
          </a:solidFill>
          <a:ln w="12700">
            <a:solidFill>
              <a:srgbClr val="1D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9331973" y="3886200"/>
            <a:ext cx="103172" cy="59436"/>
          </a:xfrm>
          <a:prstGeom prst="rect">
            <a:avLst/>
          </a:prstGeom>
          <a:solidFill>
            <a:srgbClr val="1B6FD4"/>
          </a:solidFill>
          <a:ln w="12700">
            <a:solidFill>
              <a:srgbClr val="1B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9433316" y="3886200"/>
            <a:ext cx="103172" cy="59436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9534659" y="3886200"/>
            <a:ext cx="103172" cy="59436"/>
          </a:xfrm>
          <a:prstGeom prst="rect">
            <a:avLst/>
          </a:prstGeom>
          <a:solidFill>
            <a:srgbClr val="1970D4"/>
          </a:solidFill>
          <a:ln w="12700">
            <a:solidFill>
              <a:srgbClr val="19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9636002" y="3886200"/>
            <a:ext cx="103172" cy="59436"/>
          </a:xfrm>
          <a:prstGeom prst="rect">
            <a:avLst/>
          </a:prstGeom>
          <a:solidFill>
            <a:srgbClr val="1771D4"/>
          </a:solidFill>
          <a:ln w="12700">
            <a:solidFill>
              <a:srgbClr val="17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9737345" y="3886200"/>
            <a:ext cx="103172" cy="59436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9838688" y="3886200"/>
            <a:ext cx="103172" cy="59436"/>
          </a:xfrm>
          <a:prstGeom prst="rect">
            <a:avLst/>
          </a:prstGeom>
          <a:solidFill>
            <a:srgbClr val="1471D4"/>
          </a:solidFill>
          <a:ln w="12700">
            <a:solidFill>
              <a:srgbClr val="14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9940031" y="3886200"/>
            <a:ext cx="103172" cy="59436"/>
          </a:xfrm>
          <a:prstGeom prst="rect">
            <a:avLst/>
          </a:prstGeom>
          <a:solidFill>
            <a:srgbClr val="1372D4"/>
          </a:solidFill>
          <a:ln w="12700">
            <a:solidFill>
              <a:srgbClr val="13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0041374" y="3886200"/>
            <a:ext cx="103172" cy="59436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0142717" y="3886200"/>
            <a:ext cx="103172" cy="59436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0244060" y="3886200"/>
            <a:ext cx="103172" cy="59436"/>
          </a:xfrm>
          <a:prstGeom prst="rect">
            <a:avLst/>
          </a:prstGeom>
          <a:solidFill>
            <a:srgbClr val="0F73D4"/>
          </a:solidFill>
          <a:ln w="12700">
            <a:solidFill>
              <a:srgbClr val="0F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0345403" y="3886200"/>
            <a:ext cx="103172" cy="59436"/>
          </a:xfrm>
          <a:prstGeom prst="rect">
            <a:avLst/>
          </a:prstGeom>
          <a:solidFill>
            <a:srgbClr val="0D73D4"/>
          </a:solidFill>
          <a:ln w="12700">
            <a:solidFill>
              <a:srgbClr val="0D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0446746" y="3886200"/>
            <a:ext cx="103172" cy="59436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0548089" y="3886200"/>
            <a:ext cx="103172" cy="59436"/>
          </a:xfrm>
          <a:prstGeom prst="rect">
            <a:avLst/>
          </a:prstGeom>
          <a:solidFill>
            <a:srgbClr val="0B74D4"/>
          </a:solidFill>
          <a:ln w="12700">
            <a:solidFill>
              <a:srgbClr val="0B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0649432" y="3886200"/>
            <a:ext cx="103172" cy="59436"/>
          </a:xfrm>
          <a:prstGeom prst="rect">
            <a:avLst/>
          </a:prstGeom>
          <a:solidFill>
            <a:srgbClr val="0975D4"/>
          </a:solidFill>
          <a:ln w="12700">
            <a:solidFill>
              <a:srgbClr val="09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0750775" y="3886200"/>
            <a:ext cx="103172" cy="59436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0852117" y="3886200"/>
            <a:ext cx="103172" cy="59436"/>
          </a:xfrm>
          <a:prstGeom prst="rect">
            <a:avLst/>
          </a:prstGeom>
          <a:solidFill>
            <a:srgbClr val="0675D4"/>
          </a:solidFill>
          <a:ln w="12700">
            <a:solidFill>
              <a:srgbClr val="06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0953460" y="3886200"/>
            <a:ext cx="103172" cy="59436"/>
          </a:xfrm>
          <a:prstGeom prst="rect">
            <a:avLst/>
          </a:prstGeom>
          <a:solidFill>
            <a:srgbClr val="0576D4"/>
          </a:solidFill>
          <a:ln w="12700">
            <a:solidFill>
              <a:srgbClr val="05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1054803" y="3886200"/>
            <a:ext cx="103172" cy="59436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1156146" y="3886200"/>
            <a:ext cx="103172" cy="59436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1257489" y="3886200"/>
            <a:ext cx="103172" cy="59436"/>
          </a:xfrm>
          <a:prstGeom prst="rect">
            <a:avLst/>
          </a:prstGeom>
          <a:solidFill>
            <a:srgbClr val="0177D4"/>
          </a:solidFill>
          <a:ln w="12700">
            <a:solidFill>
              <a:srgbClr val="01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1358832" y="3886200"/>
            <a:ext cx="103172" cy="594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6457036" y="4114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Text 383"/>
          <p:cNvSpPr/>
          <p:nvPr/>
        </p:nvSpPr>
        <p:spPr>
          <a:xfrm>
            <a:off x="6457036" y="41148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SCALE</a:t>
            </a:r>
            <a:endParaRPr lang="en-US" sz="1100" dirty="0"/>
          </a:p>
        </p:txBody>
      </p:sp>
      <p:sp>
        <p:nvSpPr>
          <p:cNvPr id="386" name="Text 384"/>
          <p:cNvSpPr/>
          <p:nvPr/>
        </p:nvSpPr>
        <p:spPr>
          <a:xfrm>
            <a:off x="6484468" y="4526280"/>
            <a:ext cx="48842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the field uses it</a:t>
            </a:r>
            <a:endParaRPr lang="en-US" sz="1800" dirty="0"/>
          </a:p>
        </p:txBody>
      </p:sp>
      <p:sp>
        <p:nvSpPr>
          <p:cNvPr id="387" name="Text 385"/>
          <p:cNvSpPr/>
          <p:nvPr/>
        </p:nvSpPr>
        <p:spPr>
          <a:xfrm>
            <a:off x="6530188" y="4892040"/>
            <a:ext cx="47928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workshop: intent → run → summary → HTML/Excel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Follow‑up: re‑run to show improvement over time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posture (CI/CD): scheduled runs with delta + artifact tracking</a:t>
            </a:r>
            <a:endParaRPr lang="en-US" sz="1250" dirty="0"/>
          </a:p>
        </p:txBody>
      </p:sp>
      <p:sp>
        <p:nvSpPr>
          <p:cNvPr id="388" name="Shape 386"/>
          <p:cNvSpPr/>
          <p:nvPr/>
        </p:nvSpPr>
        <p:spPr>
          <a:xfrm>
            <a:off x="621792" y="6163056"/>
            <a:ext cx="11002975" cy="329184"/>
          </a:xfrm>
          <a:prstGeom prst="roundRect">
            <a:avLst>
              <a:gd name="adj" fmla="val 50000"/>
            </a:avLst>
          </a:prstGeom>
          <a:solidFill>
            <a:srgbClr val="104581"/>
          </a:solidFill>
          <a:ln w="12700">
            <a:solidFill>
              <a:srgbClr val="104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594360" y="6135624"/>
            <a:ext cx="1100297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4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731520" y="6135624"/>
            <a:ext cx="155095" cy="45720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884787" y="6135624"/>
            <a:ext cx="155095" cy="45720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1038053" y="6135624"/>
            <a:ext cx="155095" cy="45720"/>
          </a:xfrm>
          <a:prstGeom prst="rect">
            <a:avLst/>
          </a:prstGeom>
          <a:solidFill>
            <a:srgbClr val="8651D7"/>
          </a:solidFill>
          <a:ln w="12700">
            <a:solidFill>
              <a:srgbClr val="86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391"/>
          <p:cNvSpPr/>
          <p:nvPr/>
        </p:nvSpPr>
        <p:spPr>
          <a:xfrm>
            <a:off x="1191320" y="6135624"/>
            <a:ext cx="155095" cy="45720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392"/>
          <p:cNvSpPr/>
          <p:nvPr/>
        </p:nvSpPr>
        <p:spPr>
          <a:xfrm>
            <a:off x="1344586" y="6135624"/>
            <a:ext cx="155095" cy="45720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3"/>
          <p:cNvSpPr/>
          <p:nvPr/>
        </p:nvSpPr>
        <p:spPr>
          <a:xfrm>
            <a:off x="1497853" y="6135624"/>
            <a:ext cx="155095" cy="45720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4"/>
          <p:cNvSpPr/>
          <p:nvPr/>
        </p:nvSpPr>
        <p:spPr>
          <a:xfrm>
            <a:off x="1651119" y="6135624"/>
            <a:ext cx="155095" cy="45720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5"/>
          <p:cNvSpPr/>
          <p:nvPr/>
        </p:nvSpPr>
        <p:spPr>
          <a:xfrm>
            <a:off x="1804386" y="6135624"/>
            <a:ext cx="155095" cy="45720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6"/>
          <p:cNvSpPr/>
          <p:nvPr/>
        </p:nvSpPr>
        <p:spPr>
          <a:xfrm>
            <a:off x="1957652" y="6135624"/>
            <a:ext cx="155095" cy="45720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7"/>
          <p:cNvSpPr/>
          <p:nvPr/>
        </p:nvSpPr>
        <p:spPr>
          <a:xfrm>
            <a:off x="2110919" y="6135624"/>
            <a:ext cx="155095" cy="45720"/>
          </a:xfrm>
          <a:prstGeom prst="rect">
            <a:avLst/>
          </a:prstGeom>
          <a:solidFill>
            <a:srgbClr val="7855D7"/>
          </a:solidFill>
          <a:ln w="12700">
            <a:solidFill>
              <a:srgbClr val="78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8"/>
          <p:cNvSpPr/>
          <p:nvPr/>
        </p:nvSpPr>
        <p:spPr>
          <a:xfrm>
            <a:off x="2264185" y="6135624"/>
            <a:ext cx="155095" cy="45720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2417452" y="6135624"/>
            <a:ext cx="155095" cy="45720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400"/>
          <p:cNvSpPr/>
          <p:nvPr/>
        </p:nvSpPr>
        <p:spPr>
          <a:xfrm>
            <a:off x="2570718" y="6135624"/>
            <a:ext cx="155095" cy="45720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401"/>
          <p:cNvSpPr/>
          <p:nvPr/>
        </p:nvSpPr>
        <p:spPr>
          <a:xfrm>
            <a:off x="2723985" y="6135624"/>
            <a:ext cx="155095" cy="45720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402"/>
          <p:cNvSpPr/>
          <p:nvPr/>
        </p:nvSpPr>
        <p:spPr>
          <a:xfrm>
            <a:off x="2877251" y="6135624"/>
            <a:ext cx="155095" cy="45720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3"/>
          <p:cNvSpPr/>
          <p:nvPr/>
        </p:nvSpPr>
        <p:spPr>
          <a:xfrm>
            <a:off x="3030518" y="6135624"/>
            <a:ext cx="155095" cy="45720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404"/>
          <p:cNvSpPr/>
          <p:nvPr/>
        </p:nvSpPr>
        <p:spPr>
          <a:xfrm>
            <a:off x="3183784" y="6135624"/>
            <a:ext cx="155095" cy="45720"/>
          </a:xfrm>
          <a:prstGeom prst="rect">
            <a:avLst/>
          </a:prstGeom>
          <a:solidFill>
            <a:srgbClr val="6A59D7"/>
          </a:solidFill>
          <a:ln w="12700">
            <a:solidFill>
              <a:srgbClr val="6A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405"/>
          <p:cNvSpPr/>
          <p:nvPr/>
        </p:nvSpPr>
        <p:spPr>
          <a:xfrm>
            <a:off x="3337051" y="6135624"/>
            <a:ext cx="155095" cy="45720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6"/>
          <p:cNvSpPr/>
          <p:nvPr/>
        </p:nvSpPr>
        <p:spPr>
          <a:xfrm>
            <a:off x="3490317" y="6135624"/>
            <a:ext cx="155095" cy="45720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407"/>
          <p:cNvSpPr/>
          <p:nvPr/>
        </p:nvSpPr>
        <p:spPr>
          <a:xfrm>
            <a:off x="3643584" y="6135624"/>
            <a:ext cx="155095" cy="45720"/>
          </a:xfrm>
          <a:prstGeom prst="rect">
            <a:avLst/>
          </a:prstGeom>
          <a:solidFill>
            <a:srgbClr val="645BD6"/>
          </a:solidFill>
          <a:ln w="12700">
            <a:solidFill>
              <a:srgbClr val="64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408"/>
          <p:cNvSpPr/>
          <p:nvPr/>
        </p:nvSpPr>
        <p:spPr>
          <a:xfrm>
            <a:off x="3796850" y="6135624"/>
            <a:ext cx="155095" cy="45720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09"/>
          <p:cNvSpPr/>
          <p:nvPr/>
        </p:nvSpPr>
        <p:spPr>
          <a:xfrm>
            <a:off x="3950117" y="6135624"/>
            <a:ext cx="155095" cy="45720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410"/>
          <p:cNvSpPr/>
          <p:nvPr/>
        </p:nvSpPr>
        <p:spPr>
          <a:xfrm>
            <a:off x="4103383" y="6135624"/>
            <a:ext cx="155095" cy="45720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411"/>
          <p:cNvSpPr/>
          <p:nvPr/>
        </p:nvSpPr>
        <p:spPr>
          <a:xfrm>
            <a:off x="4256650" y="6135624"/>
            <a:ext cx="155095" cy="45720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12"/>
          <p:cNvSpPr/>
          <p:nvPr/>
        </p:nvSpPr>
        <p:spPr>
          <a:xfrm>
            <a:off x="4409916" y="6135624"/>
            <a:ext cx="155095" cy="45720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413"/>
          <p:cNvSpPr/>
          <p:nvPr/>
        </p:nvSpPr>
        <p:spPr>
          <a:xfrm>
            <a:off x="4563183" y="6135624"/>
            <a:ext cx="155095" cy="45720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414"/>
          <p:cNvSpPr/>
          <p:nvPr/>
        </p:nvSpPr>
        <p:spPr>
          <a:xfrm>
            <a:off x="4716449" y="6135624"/>
            <a:ext cx="155095" cy="45720"/>
          </a:xfrm>
          <a:prstGeom prst="rect">
            <a:avLst/>
          </a:prstGeom>
          <a:solidFill>
            <a:srgbClr val="565FD6"/>
          </a:solidFill>
          <a:ln w="12700">
            <a:solidFill>
              <a:srgbClr val="56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415"/>
          <p:cNvSpPr/>
          <p:nvPr/>
        </p:nvSpPr>
        <p:spPr>
          <a:xfrm>
            <a:off x="4869716" y="6135624"/>
            <a:ext cx="155095" cy="45720"/>
          </a:xfrm>
          <a:prstGeom prst="rect">
            <a:avLst/>
          </a:prstGeom>
          <a:solidFill>
            <a:srgbClr val="545FD6"/>
          </a:solidFill>
          <a:ln w="12700">
            <a:solidFill>
              <a:srgbClr val="54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6"/>
          <p:cNvSpPr/>
          <p:nvPr/>
        </p:nvSpPr>
        <p:spPr>
          <a:xfrm>
            <a:off x="5022982" y="6135624"/>
            <a:ext cx="155095" cy="45720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417"/>
          <p:cNvSpPr/>
          <p:nvPr/>
        </p:nvSpPr>
        <p:spPr>
          <a:xfrm>
            <a:off x="5176249" y="6135624"/>
            <a:ext cx="155095" cy="45720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18"/>
          <p:cNvSpPr/>
          <p:nvPr/>
        </p:nvSpPr>
        <p:spPr>
          <a:xfrm>
            <a:off x="5329515" y="6135624"/>
            <a:ext cx="155095" cy="45720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9"/>
          <p:cNvSpPr/>
          <p:nvPr/>
        </p:nvSpPr>
        <p:spPr>
          <a:xfrm>
            <a:off x="5482782" y="6135624"/>
            <a:ext cx="155095" cy="45720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20"/>
          <p:cNvSpPr/>
          <p:nvPr/>
        </p:nvSpPr>
        <p:spPr>
          <a:xfrm>
            <a:off x="5636048" y="6135624"/>
            <a:ext cx="155095" cy="45720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21"/>
          <p:cNvSpPr/>
          <p:nvPr/>
        </p:nvSpPr>
        <p:spPr>
          <a:xfrm>
            <a:off x="5789315" y="6135624"/>
            <a:ext cx="155095" cy="45720"/>
          </a:xfrm>
          <a:prstGeom prst="rect">
            <a:avLst/>
          </a:prstGeom>
          <a:solidFill>
            <a:srgbClr val="4863D6"/>
          </a:solidFill>
          <a:ln w="12700">
            <a:solidFill>
              <a:srgbClr val="48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22"/>
          <p:cNvSpPr/>
          <p:nvPr/>
        </p:nvSpPr>
        <p:spPr>
          <a:xfrm>
            <a:off x="5942581" y="6135624"/>
            <a:ext cx="155095" cy="45720"/>
          </a:xfrm>
          <a:prstGeom prst="rect">
            <a:avLst/>
          </a:prstGeom>
          <a:solidFill>
            <a:srgbClr val="4663D6"/>
          </a:solidFill>
          <a:ln w="12700">
            <a:solidFill>
              <a:srgbClr val="46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3"/>
          <p:cNvSpPr/>
          <p:nvPr/>
        </p:nvSpPr>
        <p:spPr>
          <a:xfrm>
            <a:off x="6095848" y="6135624"/>
            <a:ext cx="155095" cy="45720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4"/>
          <p:cNvSpPr/>
          <p:nvPr/>
        </p:nvSpPr>
        <p:spPr>
          <a:xfrm>
            <a:off x="6249114" y="6135624"/>
            <a:ext cx="155095" cy="45720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5"/>
          <p:cNvSpPr/>
          <p:nvPr/>
        </p:nvSpPr>
        <p:spPr>
          <a:xfrm>
            <a:off x="6402381" y="6135624"/>
            <a:ext cx="155095" cy="45720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426"/>
          <p:cNvSpPr/>
          <p:nvPr/>
        </p:nvSpPr>
        <p:spPr>
          <a:xfrm>
            <a:off x="6555647" y="6135624"/>
            <a:ext cx="155095" cy="45720"/>
          </a:xfrm>
          <a:prstGeom prst="rect">
            <a:avLst/>
          </a:prstGeom>
          <a:solidFill>
            <a:srgbClr val="3E66D5"/>
          </a:solidFill>
          <a:ln w="12700">
            <a:solidFill>
              <a:srgbClr val="3E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7"/>
          <p:cNvSpPr/>
          <p:nvPr/>
        </p:nvSpPr>
        <p:spPr>
          <a:xfrm>
            <a:off x="6708914" y="6135624"/>
            <a:ext cx="155095" cy="45720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28"/>
          <p:cNvSpPr/>
          <p:nvPr/>
        </p:nvSpPr>
        <p:spPr>
          <a:xfrm>
            <a:off x="6862180" y="6135624"/>
            <a:ext cx="155095" cy="45720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 429"/>
          <p:cNvSpPr/>
          <p:nvPr/>
        </p:nvSpPr>
        <p:spPr>
          <a:xfrm>
            <a:off x="7015447" y="6135624"/>
            <a:ext cx="155095" cy="45720"/>
          </a:xfrm>
          <a:prstGeom prst="rect">
            <a:avLst/>
          </a:prstGeom>
          <a:solidFill>
            <a:srgbClr val="3867D5"/>
          </a:solidFill>
          <a:ln w="12700">
            <a:solidFill>
              <a:srgbClr val="38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430"/>
          <p:cNvSpPr/>
          <p:nvPr/>
        </p:nvSpPr>
        <p:spPr>
          <a:xfrm>
            <a:off x="7168713" y="6135624"/>
            <a:ext cx="155095" cy="45720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431"/>
          <p:cNvSpPr/>
          <p:nvPr/>
        </p:nvSpPr>
        <p:spPr>
          <a:xfrm>
            <a:off x="7321980" y="6135624"/>
            <a:ext cx="155095" cy="45720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432"/>
          <p:cNvSpPr/>
          <p:nvPr/>
        </p:nvSpPr>
        <p:spPr>
          <a:xfrm>
            <a:off x="7475246" y="6135624"/>
            <a:ext cx="155095" cy="45720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433"/>
          <p:cNvSpPr/>
          <p:nvPr/>
        </p:nvSpPr>
        <p:spPr>
          <a:xfrm>
            <a:off x="7628513" y="6135624"/>
            <a:ext cx="155095" cy="45720"/>
          </a:xfrm>
          <a:prstGeom prst="rect">
            <a:avLst/>
          </a:prstGeom>
          <a:solidFill>
            <a:srgbClr val="306AD5"/>
          </a:solidFill>
          <a:ln w="12700">
            <a:solidFill>
              <a:srgbClr val="30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Shape 434"/>
          <p:cNvSpPr/>
          <p:nvPr/>
        </p:nvSpPr>
        <p:spPr>
          <a:xfrm>
            <a:off x="7781779" y="6135624"/>
            <a:ext cx="155095" cy="45720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Shape 435"/>
          <p:cNvSpPr/>
          <p:nvPr/>
        </p:nvSpPr>
        <p:spPr>
          <a:xfrm>
            <a:off x="7935046" y="6135624"/>
            <a:ext cx="155095" cy="45720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Shape 436"/>
          <p:cNvSpPr/>
          <p:nvPr/>
        </p:nvSpPr>
        <p:spPr>
          <a:xfrm>
            <a:off x="8088312" y="6135624"/>
            <a:ext cx="155095" cy="45720"/>
          </a:xfrm>
          <a:prstGeom prst="rect">
            <a:avLst/>
          </a:prstGeom>
          <a:solidFill>
            <a:srgbClr val="2A6BD5"/>
          </a:solidFill>
          <a:ln w="12700">
            <a:solidFill>
              <a:srgbClr val="2A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Shape 437"/>
          <p:cNvSpPr/>
          <p:nvPr/>
        </p:nvSpPr>
        <p:spPr>
          <a:xfrm>
            <a:off x="8241579" y="6135624"/>
            <a:ext cx="155095" cy="45720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0" name="Shape 438"/>
          <p:cNvSpPr/>
          <p:nvPr/>
        </p:nvSpPr>
        <p:spPr>
          <a:xfrm>
            <a:off x="8394845" y="6135624"/>
            <a:ext cx="155095" cy="45720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Shape 439"/>
          <p:cNvSpPr/>
          <p:nvPr/>
        </p:nvSpPr>
        <p:spPr>
          <a:xfrm>
            <a:off x="8548112" y="6135624"/>
            <a:ext cx="155095" cy="45720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40"/>
          <p:cNvSpPr/>
          <p:nvPr/>
        </p:nvSpPr>
        <p:spPr>
          <a:xfrm>
            <a:off x="8701378" y="6135624"/>
            <a:ext cx="155095" cy="45720"/>
          </a:xfrm>
          <a:prstGeom prst="rect">
            <a:avLst/>
          </a:prstGeom>
          <a:solidFill>
            <a:srgbClr val="226ED4"/>
          </a:solidFill>
          <a:ln w="12700">
            <a:solidFill>
              <a:srgbClr val="22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Shape 441"/>
          <p:cNvSpPr/>
          <p:nvPr/>
        </p:nvSpPr>
        <p:spPr>
          <a:xfrm>
            <a:off x="8854645" y="6135624"/>
            <a:ext cx="155095" cy="45720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Shape 442"/>
          <p:cNvSpPr/>
          <p:nvPr/>
        </p:nvSpPr>
        <p:spPr>
          <a:xfrm>
            <a:off x="9007911" y="6135624"/>
            <a:ext cx="155095" cy="45720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Shape 443"/>
          <p:cNvSpPr/>
          <p:nvPr/>
        </p:nvSpPr>
        <p:spPr>
          <a:xfrm>
            <a:off x="9161178" y="6135624"/>
            <a:ext cx="155095" cy="45720"/>
          </a:xfrm>
          <a:prstGeom prst="rect">
            <a:avLst/>
          </a:prstGeom>
          <a:solidFill>
            <a:srgbClr val="1C6FD4"/>
          </a:solidFill>
          <a:ln w="12700">
            <a:solidFill>
              <a:srgbClr val="1C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Shape 444"/>
          <p:cNvSpPr/>
          <p:nvPr/>
        </p:nvSpPr>
        <p:spPr>
          <a:xfrm>
            <a:off x="9314444" y="6135624"/>
            <a:ext cx="155095" cy="45720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445"/>
          <p:cNvSpPr/>
          <p:nvPr/>
        </p:nvSpPr>
        <p:spPr>
          <a:xfrm>
            <a:off x="9467711" y="6135624"/>
            <a:ext cx="155095" cy="45720"/>
          </a:xfrm>
          <a:prstGeom prst="rect">
            <a:avLst/>
          </a:prstGeom>
          <a:solidFill>
            <a:srgbClr val="1871D4"/>
          </a:solidFill>
          <a:ln w="12700">
            <a:solidFill>
              <a:srgbClr val="18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446"/>
          <p:cNvSpPr/>
          <p:nvPr/>
        </p:nvSpPr>
        <p:spPr>
          <a:xfrm>
            <a:off x="9620977" y="6135624"/>
            <a:ext cx="155095" cy="45720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Shape 447"/>
          <p:cNvSpPr/>
          <p:nvPr/>
        </p:nvSpPr>
        <p:spPr>
          <a:xfrm>
            <a:off x="9774244" y="6135624"/>
            <a:ext cx="155095" cy="45720"/>
          </a:xfrm>
          <a:prstGeom prst="rect">
            <a:avLst/>
          </a:prstGeom>
          <a:solidFill>
            <a:srgbClr val="1472D4"/>
          </a:solidFill>
          <a:ln w="12700">
            <a:solidFill>
              <a:srgbClr val="14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Shape 448"/>
          <p:cNvSpPr/>
          <p:nvPr/>
        </p:nvSpPr>
        <p:spPr>
          <a:xfrm>
            <a:off x="9927510" y="6135624"/>
            <a:ext cx="155095" cy="45720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Shape 449"/>
          <p:cNvSpPr/>
          <p:nvPr/>
        </p:nvSpPr>
        <p:spPr>
          <a:xfrm>
            <a:off x="10080777" y="6135624"/>
            <a:ext cx="155095" cy="45720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Shape 450"/>
          <p:cNvSpPr/>
          <p:nvPr/>
        </p:nvSpPr>
        <p:spPr>
          <a:xfrm>
            <a:off x="10234043" y="6135624"/>
            <a:ext cx="155095" cy="45720"/>
          </a:xfrm>
          <a:prstGeom prst="rect">
            <a:avLst/>
          </a:prstGeom>
          <a:solidFill>
            <a:srgbClr val="0E73D4"/>
          </a:solidFill>
          <a:ln w="12700">
            <a:solidFill>
              <a:srgbClr val="0E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451"/>
          <p:cNvSpPr/>
          <p:nvPr/>
        </p:nvSpPr>
        <p:spPr>
          <a:xfrm>
            <a:off x="10387310" y="6135624"/>
            <a:ext cx="155095" cy="45720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452"/>
          <p:cNvSpPr/>
          <p:nvPr/>
        </p:nvSpPr>
        <p:spPr>
          <a:xfrm>
            <a:off x="10540576" y="6135624"/>
            <a:ext cx="155095" cy="45720"/>
          </a:xfrm>
          <a:prstGeom prst="rect">
            <a:avLst/>
          </a:prstGeom>
          <a:solidFill>
            <a:srgbClr val="0A75D4"/>
          </a:solidFill>
          <a:ln w="12700">
            <a:solidFill>
              <a:srgbClr val="0A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453"/>
          <p:cNvSpPr/>
          <p:nvPr/>
        </p:nvSpPr>
        <p:spPr>
          <a:xfrm>
            <a:off x="10693843" y="6135624"/>
            <a:ext cx="155095" cy="45720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Shape 454"/>
          <p:cNvSpPr/>
          <p:nvPr/>
        </p:nvSpPr>
        <p:spPr>
          <a:xfrm>
            <a:off x="10847109" y="6135624"/>
            <a:ext cx="155095" cy="45720"/>
          </a:xfrm>
          <a:prstGeom prst="rect">
            <a:avLst/>
          </a:prstGeom>
          <a:solidFill>
            <a:srgbClr val="0676D4"/>
          </a:solidFill>
          <a:ln w="12700">
            <a:solidFill>
              <a:srgbClr val="06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455"/>
          <p:cNvSpPr/>
          <p:nvPr/>
        </p:nvSpPr>
        <p:spPr>
          <a:xfrm>
            <a:off x="11000376" y="6135624"/>
            <a:ext cx="155095" cy="45720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456"/>
          <p:cNvSpPr/>
          <p:nvPr/>
        </p:nvSpPr>
        <p:spPr>
          <a:xfrm>
            <a:off x="11153642" y="6135624"/>
            <a:ext cx="155095" cy="45720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457"/>
          <p:cNvSpPr/>
          <p:nvPr/>
        </p:nvSpPr>
        <p:spPr>
          <a:xfrm>
            <a:off x="11306909" y="6135624"/>
            <a:ext cx="155095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Text 458"/>
          <p:cNvSpPr/>
          <p:nvPr/>
        </p:nvSpPr>
        <p:spPr>
          <a:xfrm>
            <a:off x="594360" y="6135624"/>
            <a:ext cx="110029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b="1">
                <a:solidFill>
                  <a:srgbClr val="104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data flow: Azure → Deterministic Engine → Copilot Orchestration → Enterprise Outputs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292" cy="64008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5463" y="0"/>
            <a:ext cx="137292" cy="64008"/>
          </a:xfrm>
          <a:prstGeom prst="rect">
            <a:avLst/>
          </a:prstGeom>
          <a:solidFill>
            <a:srgbClr val="BF3CC4"/>
          </a:solidFill>
          <a:ln w="12700">
            <a:solidFill>
              <a:srgbClr val="BF3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0927" y="0"/>
            <a:ext cx="137292" cy="64008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6390" y="0"/>
            <a:ext cx="137292" cy="64008"/>
          </a:xfrm>
          <a:prstGeom prst="rect">
            <a:avLst/>
          </a:prstGeom>
          <a:solidFill>
            <a:srgbClr val="BC3EC4"/>
          </a:solidFill>
          <a:ln w="12700">
            <a:solidFill>
              <a:srgbClr val="BC3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1853" y="0"/>
            <a:ext cx="137292" cy="64008"/>
          </a:xfrm>
          <a:prstGeom prst="rect">
            <a:avLst/>
          </a:prstGeom>
          <a:solidFill>
            <a:srgbClr val="BB3EC4"/>
          </a:solidFill>
          <a:ln w="12700">
            <a:solidFill>
              <a:srgbClr val="BB3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7316" y="0"/>
            <a:ext cx="137292" cy="64008"/>
          </a:xfrm>
          <a:prstGeom prst="rect">
            <a:avLst/>
          </a:prstGeom>
          <a:solidFill>
            <a:srgbClr val="B93FC4"/>
          </a:solidFill>
          <a:ln w="12700">
            <a:solidFill>
              <a:srgbClr val="B9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780" y="0"/>
            <a:ext cx="137292" cy="64008"/>
          </a:xfrm>
          <a:prstGeom prst="rect">
            <a:avLst/>
          </a:prstGeom>
          <a:solidFill>
            <a:srgbClr val="B840C4"/>
          </a:solidFill>
          <a:ln w="12700">
            <a:solidFill>
              <a:srgbClr val="B84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8243" y="0"/>
            <a:ext cx="137292" cy="64008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3706" y="0"/>
            <a:ext cx="137292" cy="64008"/>
          </a:xfrm>
          <a:prstGeom prst="rect">
            <a:avLst/>
          </a:prstGeom>
          <a:solidFill>
            <a:srgbClr val="B642C4"/>
          </a:solidFill>
          <a:ln w="12700">
            <a:solidFill>
              <a:srgbClr val="B64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19170" y="0"/>
            <a:ext cx="137292" cy="64008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54633" y="0"/>
            <a:ext cx="137292" cy="64008"/>
          </a:xfrm>
          <a:prstGeom prst="rect">
            <a:avLst/>
          </a:prstGeom>
          <a:solidFill>
            <a:srgbClr val="B344C4"/>
          </a:solidFill>
          <a:ln w="12700">
            <a:solidFill>
              <a:srgbClr val="B34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90096" y="0"/>
            <a:ext cx="137292" cy="64008"/>
          </a:xfrm>
          <a:prstGeom prst="rect">
            <a:avLst/>
          </a:prstGeom>
          <a:solidFill>
            <a:srgbClr val="B244C4"/>
          </a:solidFill>
          <a:ln w="12700">
            <a:solidFill>
              <a:srgbClr val="B24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25559" y="0"/>
            <a:ext cx="137292" cy="64008"/>
          </a:xfrm>
          <a:prstGeom prst="rect">
            <a:avLst/>
          </a:prstGeom>
          <a:solidFill>
            <a:srgbClr val="B045C4"/>
          </a:solidFill>
          <a:ln w="12700">
            <a:solidFill>
              <a:srgbClr val="B0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61023" y="0"/>
            <a:ext cx="137292" cy="64008"/>
          </a:xfrm>
          <a:prstGeom prst="rect">
            <a:avLst/>
          </a:prstGeom>
          <a:solidFill>
            <a:srgbClr val="AF46C4"/>
          </a:solidFill>
          <a:ln w="12700">
            <a:solidFill>
              <a:srgbClr val="AF4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96486" y="0"/>
            <a:ext cx="137292" cy="64008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31949" y="0"/>
            <a:ext cx="137292" cy="64008"/>
          </a:xfrm>
          <a:prstGeom prst="rect">
            <a:avLst/>
          </a:prstGeom>
          <a:solidFill>
            <a:srgbClr val="AC48C4"/>
          </a:solidFill>
          <a:ln w="12700">
            <a:solidFill>
              <a:srgbClr val="AC4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67412" y="0"/>
            <a:ext cx="137292" cy="64008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02876" y="0"/>
            <a:ext cx="137292" cy="64008"/>
          </a:xfrm>
          <a:prstGeom prst="rect">
            <a:avLst/>
          </a:prstGeom>
          <a:solidFill>
            <a:srgbClr val="AA4AC4"/>
          </a:solidFill>
          <a:ln w="12700">
            <a:solidFill>
              <a:srgbClr val="AA4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38339" y="0"/>
            <a:ext cx="137292" cy="64008"/>
          </a:xfrm>
          <a:prstGeom prst="rect">
            <a:avLst/>
          </a:prstGeom>
          <a:solidFill>
            <a:srgbClr val="A94AC4"/>
          </a:solidFill>
          <a:ln w="12700">
            <a:solidFill>
              <a:srgbClr val="A94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73802" y="0"/>
            <a:ext cx="137292" cy="64008"/>
          </a:xfrm>
          <a:prstGeom prst="rect">
            <a:avLst/>
          </a:prstGeom>
          <a:solidFill>
            <a:srgbClr val="A74BC4"/>
          </a:solidFill>
          <a:ln w="12700">
            <a:solidFill>
              <a:srgbClr val="A7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09266" y="0"/>
            <a:ext cx="137292" cy="64008"/>
          </a:xfrm>
          <a:prstGeom prst="rect">
            <a:avLst/>
          </a:prstGeom>
          <a:solidFill>
            <a:srgbClr val="A64CC4"/>
          </a:solidFill>
          <a:ln w="12700">
            <a:solidFill>
              <a:srgbClr val="A64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44729" y="0"/>
            <a:ext cx="137292" cy="64008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80192" y="0"/>
            <a:ext cx="137292" cy="64008"/>
          </a:xfrm>
          <a:prstGeom prst="rect">
            <a:avLst/>
          </a:prstGeom>
          <a:solidFill>
            <a:srgbClr val="A34EC4"/>
          </a:solidFill>
          <a:ln w="12700">
            <a:solidFill>
              <a:srgbClr val="A34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15655" y="0"/>
            <a:ext cx="137292" cy="64008"/>
          </a:xfrm>
          <a:prstGeom prst="rect">
            <a:avLst/>
          </a:prstGeom>
          <a:solidFill>
            <a:srgbClr val="A24FC5"/>
          </a:solidFill>
          <a:ln w="12700">
            <a:solidFill>
              <a:srgbClr val="A24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51119" y="0"/>
            <a:ext cx="137292" cy="64008"/>
          </a:xfrm>
          <a:prstGeom prst="rect">
            <a:avLst/>
          </a:prstGeom>
          <a:solidFill>
            <a:srgbClr val="A14FC5"/>
          </a:solidFill>
          <a:ln w="12700">
            <a:solidFill>
              <a:srgbClr val="A14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86582" y="0"/>
            <a:ext cx="137292" cy="64008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522045" y="0"/>
            <a:ext cx="137292" cy="64008"/>
          </a:xfrm>
          <a:prstGeom prst="rect">
            <a:avLst/>
          </a:prstGeom>
          <a:solidFill>
            <a:srgbClr val="9E51C5"/>
          </a:solidFill>
          <a:ln w="12700">
            <a:solidFill>
              <a:srgbClr val="9E5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509" y="0"/>
            <a:ext cx="137292" cy="64008"/>
          </a:xfrm>
          <a:prstGeom prst="rect">
            <a:avLst/>
          </a:prstGeom>
          <a:solidFill>
            <a:srgbClr val="9D52C5"/>
          </a:solidFill>
          <a:ln w="12700">
            <a:solidFill>
              <a:srgbClr val="9D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92972" y="0"/>
            <a:ext cx="137292" cy="64008"/>
          </a:xfrm>
          <a:prstGeom prst="rect">
            <a:avLst/>
          </a:prstGeom>
          <a:solidFill>
            <a:srgbClr val="9C53C5"/>
          </a:solidFill>
          <a:ln w="12700">
            <a:solidFill>
              <a:srgbClr val="9C5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28435" y="0"/>
            <a:ext cx="137292" cy="64008"/>
          </a:xfrm>
          <a:prstGeom prst="rect">
            <a:avLst/>
          </a:prstGeom>
          <a:solidFill>
            <a:srgbClr val="9A54C5"/>
          </a:solidFill>
          <a:ln w="12700">
            <a:solidFill>
              <a:srgbClr val="9A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63898" y="0"/>
            <a:ext cx="137292" cy="64008"/>
          </a:xfrm>
          <a:prstGeom prst="rect">
            <a:avLst/>
          </a:prstGeom>
          <a:solidFill>
            <a:srgbClr val="9955C5"/>
          </a:solidFill>
          <a:ln w="12700">
            <a:solidFill>
              <a:srgbClr val="995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99362" y="0"/>
            <a:ext cx="137292" cy="64008"/>
          </a:xfrm>
          <a:prstGeom prst="rect">
            <a:avLst/>
          </a:prstGeom>
          <a:solidFill>
            <a:srgbClr val="9855C5"/>
          </a:solidFill>
          <a:ln w="12700">
            <a:solidFill>
              <a:srgbClr val="985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34825" y="0"/>
            <a:ext cx="137292" cy="64008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70288" y="0"/>
            <a:ext cx="137292" cy="64008"/>
          </a:xfrm>
          <a:prstGeom prst="rect">
            <a:avLst/>
          </a:prstGeom>
          <a:solidFill>
            <a:srgbClr val="9557C5"/>
          </a:solidFill>
          <a:ln w="12700">
            <a:solidFill>
              <a:srgbClr val="95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05752" y="0"/>
            <a:ext cx="137292" cy="64008"/>
          </a:xfrm>
          <a:prstGeom prst="rect">
            <a:avLst/>
          </a:prstGeom>
          <a:solidFill>
            <a:srgbClr val="9458C5"/>
          </a:solidFill>
          <a:ln w="12700">
            <a:solidFill>
              <a:srgbClr val="94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41215" y="0"/>
            <a:ext cx="137292" cy="64008"/>
          </a:xfrm>
          <a:prstGeom prst="rect">
            <a:avLst/>
          </a:prstGeom>
          <a:solidFill>
            <a:srgbClr val="9259C5"/>
          </a:solidFill>
          <a:ln w="12700">
            <a:solidFill>
              <a:srgbClr val="925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76678" y="0"/>
            <a:ext cx="137292" cy="64008"/>
          </a:xfrm>
          <a:prstGeom prst="rect">
            <a:avLst/>
          </a:prstGeom>
          <a:solidFill>
            <a:srgbClr val="915AC5"/>
          </a:solidFill>
          <a:ln w="12700">
            <a:solidFill>
              <a:srgbClr val="91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12141" y="0"/>
            <a:ext cx="137292" cy="64008"/>
          </a:xfrm>
          <a:prstGeom prst="rect">
            <a:avLst/>
          </a:prstGeom>
          <a:solidFill>
            <a:srgbClr val="905BC5"/>
          </a:solidFill>
          <a:ln w="12700">
            <a:solidFill>
              <a:srgbClr val="905B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147605" y="0"/>
            <a:ext cx="137292" cy="64008"/>
          </a:xfrm>
          <a:prstGeom prst="rect">
            <a:avLst/>
          </a:prstGeom>
          <a:solidFill>
            <a:srgbClr val="8E5BC5"/>
          </a:solidFill>
          <a:ln w="12700">
            <a:solidFill>
              <a:srgbClr val="8E5B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283068" y="0"/>
            <a:ext cx="137292" cy="64008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18531" y="0"/>
            <a:ext cx="137292" cy="64008"/>
          </a:xfrm>
          <a:prstGeom prst="rect">
            <a:avLst/>
          </a:prstGeom>
          <a:solidFill>
            <a:srgbClr val="8C5DC5"/>
          </a:solidFill>
          <a:ln w="12700">
            <a:solidFill>
              <a:srgbClr val="8C5D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553994" y="0"/>
            <a:ext cx="137292" cy="64008"/>
          </a:xfrm>
          <a:prstGeom prst="rect">
            <a:avLst/>
          </a:prstGeom>
          <a:solidFill>
            <a:srgbClr val="8B5EC5"/>
          </a:solidFill>
          <a:ln w="12700">
            <a:solidFill>
              <a:srgbClr val="8B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689458" y="0"/>
            <a:ext cx="137292" cy="64008"/>
          </a:xfrm>
          <a:prstGeom prst="rect">
            <a:avLst/>
          </a:prstGeom>
          <a:solidFill>
            <a:srgbClr val="895FC5"/>
          </a:solidFill>
          <a:ln w="12700">
            <a:solidFill>
              <a:srgbClr val="895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824921" y="0"/>
            <a:ext cx="137292" cy="64008"/>
          </a:xfrm>
          <a:prstGeom prst="rect">
            <a:avLst/>
          </a:prstGeom>
          <a:solidFill>
            <a:srgbClr val="8860C5"/>
          </a:solidFill>
          <a:ln w="12700">
            <a:solidFill>
              <a:srgbClr val="88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960384" y="0"/>
            <a:ext cx="137292" cy="64008"/>
          </a:xfrm>
          <a:prstGeom prst="rect">
            <a:avLst/>
          </a:prstGeom>
          <a:solidFill>
            <a:srgbClr val="8761C5"/>
          </a:solidFill>
          <a:ln w="12700">
            <a:solidFill>
              <a:srgbClr val="87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95848" y="0"/>
            <a:ext cx="137292" cy="64008"/>
          </a:xfrm>
          <a:prstGeom prst="rect">
            <a:avLst/>
          </a:prstGeom>
          <a:solidFill>
            <a:srgbClr val="8461C5"/>
          </a:solidFill>
          <a:ln w="12700">
            <a:solidFill>
              <a:srgbClr val="84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231311" y="0"/>
            <a:ext cx="137292" cy="64008"/>
          </a:xfrm>
          <a:prstGeom prst="rect">
            <a:avLst/>
          </a:prstGeom>
          <a:solidFill>
            <a:srgbClr val="8162C6"/>
          </a:solidFill>
          <a:ln w="12700">
            <a:solidFill>
              <a:srgbClr val="816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66774" y="0"/>
            <a:ext cx="137292" cy="64008"/>
          </a:xfrm>
          <a:prstGeom prst="rect">
            <a:avLst/>
          </a:prstGeom>
          <a:solidFill>
            <a:srgbClr val="7E62C6"/>
          </a:solidFill>
          <a:ln w="12700">
            <a:solidFill>
              <a:srgbClr val="7E6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02237" y="0"/>
            <a:ext cx="137292" cy="64008"/>
          </a:xfrm>
          <a:prstGeom prst="rect">
            <a:avLst/>
          </a:prstGeom>
          <a:solidFill>
            <a:srgbClr val="7B63C6"/>
          </a:solidFill>
          <a:ln w="12700">
            <a:solidFill>
              <a:srgbClr val="7B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637701" y="0"/>
            <a:ext cx="137292" cy="64008"/>
          </a:xfrm>
          <a:prstGeom prst="rect">
            <a:avLst/>
          </a:prstGeom>
          <a:solidFill>
            <a:srgbClr val="7863C7"/>
          </a:solidFill>
          <a:ln w="12700">
            <a:solidFill>
              <a:srgbClr val="786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773164" y="0"/>
            <a:ext cx="137292" cy="64008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908627" y="0"/>
            <a:ext cx="137292" cy="64008"/>
          </a:xfrm>
          <a:prstGeom prst="rect">
            <a:avLst/>
          </a:prstGeom>
          <a:solidFill>
            <a:srgbClr val="7264C7"/>
          </a:solidFill>
          <a:ln w="12700">
            <a:solidFill>
              <a:srgbClr val="72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044091" y="0"/>
            <a:ext cx="137292" cy="64008"/>
          </a:xfrm>
          <a:prstGeom prst="rect">
            <a:avLst/>
          </a:prstGeom>
          <a:solidFill>
            <a:srgbClr val="6F65C8"/>
          </a:solidFill>
          <a:ln w="12700">
            <a:solidFill>
              <a:srgbClr val="6F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179554" y="0"/>
            <a:ext cx="137292" cy="64008"/>
          </a:xfrm>
          <a:prstGeom prst="rect">
            <a:avLst/>
          </a:prstGeom>
          <a:solidFill>
            <a:srgbClr val="6C65C8"/>
          </a:solidFill>
          <a:ln w="12700">
            <a:solidFill>
              <a:srgbClr val="6C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315017" y="0"/>
            <a:ext cx="137292" cy="64008"/>
          </a:xfrm>
          <a:prstGeom prst="rect">
            <a:avLst/>
          </a:prstGeom>
          <a:solidFill>
            <a:srgbClr val="6966C8"/>
          </a:solidFill>
          <a:ln w="12700">
            <a:solidFill>
              <a:srgbClr val="69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450480" y="0"/>
            <a:ext cx="137292" cy="64008"/>
          </a:xfrm>
          <a:prstGeom prst="rect">
            <a:avLst/>
          </a:prstGeom>
          <a:solidFill>
            <a:srgbClr val="6666C9"/>
          </a:solidFill>
          <a:ln w="12700">
            <a:solidFill>
              <a:srgbClr val="666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585944" y="0"/>
            <a:ext cx="137292" cy="64008"/>
          </a:xfrm>
          <a:prstGeom prst="rect">
            <a:avLst/>
          </a:prstGeom>
          <a:solidFill>
            <a:srgbClr val="6367C9"/>
          </a:solidFill>
          <a:ln w="12700">
            <a:solidFill>
              <a:srgbClr val="63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21407" y="0"/>
            <a:ext cx="137292" cy="64008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856870" y="0"/>
            <a:ext cx="137292" cy="64008"/>
          </a:xfrm>
          <a:prstGeom prst="rect">
            <a:avLst/>
          </a:prstGeom>
          <a:solidFill>
            <a:srgbClr val="5D68CA"/>
          </a:solidFill>
          <a:ln w="12700">
            <a:solidFill>
              <a:srgbClr val="5D6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92334" y="0"/>
            <a:ext cx="137292" cy="64008"/>
          </a:xfrm>
          <a:prstGeom prst="rect">
            <a:avLst/>
          </a:prstGeom>
          <a:solidFill>
            <a:srgbClr val="5A68CA"/>
          </a:solidFill>
          <a:ln w="12700">
            <a:solidFill>
              <a:srgbClr val="5A6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127797" y="0"/>
            <a:ext cx="137292" cy="64008"/>
          </a:xfrm>
          <a:prstGeom prst="rect">
            <a:avLst/>
          </a:prstGeom>
          <a:solidFill>
            <a:srgbClr val="5769CA"/>
          </a:solidFill>
          <a:ln w="12700">
            <a:solidFill>
              <a:srgbClr val="57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263260" y="0"/>
            <a:ext cx="137292" cy="64008"/>
          </a:xfrm>
          <a:prstGeom prst="rect">
            <a:avLst/>
          </a:prstGeom>
          <a:solidFill>
            <a:srgbClr val="546ACB"/>
          </a:solidFill>
          <a:ln w="12700">
            <a:solidFill>
              <a:srgbClr val="54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398723" y="0"/>
            <a:ext cx="137292" cy="64008"/>
          </a:xfrm>
          <a:prstGeom prst="rect">
            <a:avLst/>
          </a:prstGeom>
          <a:solidFill>
            <a:srgbClr val="516ACB"/>
          </a:solidFill>
          <a:ln w="12700">
            <a:solidFill>
              <a:srgbClr val="51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534187" y="0"/>
            <a:ext cx="137292" cy="64008"/>
          </a:xfrm>
          <a:prstGeom prst="rect">
            <a:avLst/>
          </a:prstGeom>
          <a:solidFill>
            <a:srgbClr val="4E6BCB"/>
          </a:solidFill>
          <a:ln w="12700">
            <a:solidFill>
              <a:srgbClr val="4E6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669650" y="0"/>
            <a:ext cx="137292" cy="64008"/>
          </a:xfrm>
          <a:prstGeom prst="rect">
            <a:avLst/>
          </a:prstGeom>
          <a:solidFill>
            <a:srgbClr val="4B6BCC"/>
          </a:solidFill>
          <a:ln w="12700">
            <a:solidFill>
              <a:srgbClr val="4B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805113" y="0"/>
            <a:ext cx="137292" cy="64008"/>
          </a:xfrm>
          <a:prstGeom prst="rect">
            <a:avLst/>
          </a:prstGeom>
          <a:solidFill>
            <a:srgbClr val="486CCC"/>
          </a:solidFill>
          <a:ln w="12700">
            <a:solidFill>
              <a:srgbClr val="48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940576" y="0"/>
            <a:ext cx="137292" cy="64008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076040" y="0"/>
            <a:ext cx="137292" cy="64008"/>
          </a:xfrm>
          <a:prstGeom prst="rect">
            <a:avLst/>
          </a:prstGeom>
          <a:solidFill>
            <a:srgbClr val="426DCD"/>
          </a:solidFill>
          <a:ln w="12700">
            <a:solidFill>
              <a:srgbClr val="42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211503" y="0"/>
            <a:ext cx="137292" cy="64008"/>
          </a:xfrm>
          <a:prstGeom prst="rect">
            <a:avLst/>
          </a:prstGeom>
          <a:solidFill>
            <a:srgbClr val="3F6DCD"/>
          </a:solidFill>
          <a:ln w="12700">
            <a:solidFill>
              <a:srgbClr val="3F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346966" y="0"/>
            <a:ext cx="137292" cy="64008"/>
          </a:xfrm>
          <a:prstGeom prst="rect">
            <a:avLst/>
          </a:prstGeom>
          <a:solidFill>
            <a:srgbClr val="3C6ECD"/>
          </a:solidFill>
          <a:ln w="12700">
            <a:solidFill>
              <a:srgbClr val="3C6E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482430" y="0"/>
            <a:ext cx="137292" cy="64008"/>
          </a:xfrm>
          <a:prstGeom prst="rect">
            <a:avLst/>
          </a:prstGeom>
          <a:solidFill>
            <a:srgbClr val="396ECE"/>
          </a:solidFill>
          <a:ln w="12700">
            <a:solidFill>
              <a:srgbClr val="396E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617893" y="0"/>
            <a:ext cx="137292" cy="64008"/>
          </a:xfrm>
          <a:prstGeom prst="rect">
            <a:avLst/>
          </a:prstGeom>
          <a:solidFill>
            <a:srgbClr val="366FCE"/>
          </a:solidFill>
          <a:ln w="12700">
            <a:solidFill>
              <a:srgbClr val="36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753356" y="0"/>
            <a:ext cx="137292" cy="64008"/>
          </a:xfrm>
          <a:prstGeom prst="rect">
            <a:avLst/>
          </a:prstGeom>
          <a:solidFill>
            <a:srgbClr val="336FCE"/>
          </a:solidFill>
          <a:ln w="12700">
            <a:solidFill>
              <a:srgbClr val="33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9888819" y="0"/>
            <a:ext cx="137292" cy="64008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024283" y="0"/>
            <a:ext cx="137292" cy="64008"/>
          </a:xfrm>
          <a:prstGeom prst="rect">
            <a:avLst/>
          </a:prstGeom>
          <a:solidFill>
            <a:srgbClr val="2D70CF"/>
          </a:solidFill>
          <a:ln w="12700">
            <a:solidFill>
              <a:srgbClr val="2D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159746" y="0"/>
            <a:ext cx="137292" cy="64008"/>
          </a:xfrm>
          <a:prstGeom prst="rect">
            <a:avLst/>
          </a:prstGeom>
          <a:solidFill>
            <a:srgbClr val="2A71CF"/>
          </a:solidFill>
          <a:ln w="12700">
            <a:solidFill>
              <a:srgbClr val="2A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295209" y="0"/>
            <a:ext cx="137292" cy="64008"/>
          </a:xfrm>
          <a:prstGeom prst="rect">
            <a:avLst/>
          </a:prstGeom>
          <a:solidFill>
            <a:srgbClr val="2771D0"/>
          </a:solidFill>
          <a:ln w="12700">
            <a:solidFill>
              <a:srgbClr val="2771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430673" y="0"/>
            <a:ext cx="137292" cy="64008"/>
          </a:xfrm>
          <a:prstGeom prst="rect">
            <a:avLst/>
          </a:prstGeom>
          <a:solidFill>
            <a:srgbClr val="2472D0"/>
          </a:solidFill>
          <a:ln w="12700">
            <a:solidFill>
              <a:srgbClr val="24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566136" y="0"/>
            <a:ext cx="137292" cy="64008"/>
          </a:xfrm>
          <a:prstGeom prst="rect">
            <a:avLst/>
          </a:prstGeom>
          <a:solidFill>
            <a:srgbClr val="2172D0"/>
          </a:solidFill>
          <a:ln w="12700">
            <a:solidFill>
              <a:srgbClr val="21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0701599" y="0"/>
            <a:ext cx="137292" cy="64008"/>
          </a:xfrm>
          <a:prstGeom prst="rect">
            <a:avLst/>
          </a:prstGeom>
          <a:solidFill>
            <a:srgbClr val="1E73D1"/>
          </a:solidFill>
          <a:ln w="12700">
            <a:solidFill>
              <a:srgbClr val="1E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0837062" y="0"/>
            <a:ext cx="137292" cy="64008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972526" y="0"/>
            <a:ext cx="137292" cy="64008"/>
          </a:xfrm>
          <a:prstGeom prst="rect">
            <a:avLst/>
          </a:prstGeom>
          <a:solidFill>
            <a:srgbClr val="1874D1"/>
          </a:solidFill>
          <a:ln w="12700">
            <a:solidFill>
              <a:srgbClr val="187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1107989" y="0"/>
            <a:ext cx="137292" cy="64008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1243452" y="0"/>
            <a:ext cx="137292" cy="64008"/>
          </a:xfrm>
          <a:prstGeom prst="rect">
            <a:avLst/>
          </a:prstGeom>
          <a:solidFill>
            <a:srgbClr val="1275D2"/>
          </a:solidFill>
          <a:ln w="12700">
            <a:solidFill>
              <a:srgbClr val="127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1378916" y="0"/>
            <a:ext cx="137292" cy="64008"/>
          </a:xfrm>
          <a:prstGeom prst="rect">
            <a:avLst/>
          </a:prstGeom>
          <a:solidFill>
            <a:srgbClr val="0F75D2"/>
          </a:solidFill>
          <a:ln w="12700">
            <a:solidFill>
              <a:srgbClr val="0F7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1514379" y="0"/>
            <a:ext cx="137292" cy="64008"/>
          </a:xfrm>
          <a:prstGeom prst="rect">
            <a:avLst/>
          </a:prstGeom>
          <a:solidFill>
            <a:srgbClr val="0C76D3"/>
          </a:solidFill>
          <a:ln w="12700">
            <a:solidFill>
              <a:srgbClr val="0C7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1649842" y="0"/>
            <a:ext cx="137292" cy="64008"/>
          </a:xfrm>
          <a:prstGeom prst="rect">
            <a:avLst/>
          </a:prstGeom>
          <a:solidFill>
            <a:srgbClr val="0976D3"/>
          </a:solidFill>
          <a:ln w="12700">
            <a:solidFill>
              <a:srgbClr val="097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1785305" y="0"/>
            <a:ext cx="137292" cy="64008"/>
          </a:xfrm>
          <a:prstGeom prst="rect">
            <a:avLst/>
          </a:prstGeom>
          <a:solidFill>
            <a:srgbClr val="0677D3"/>
          </a:solidFill>
          <a:ln w="12700">
            <a:solidFill>
              <a:srgbClr val="06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1920769" y="0"/>
            <a:ext cx="137292" cy="64008"/>
          </a:xfrm>
          <a:prstGeom prst="rect">
            <a:avLst/>
          </a:prstGeom>
          <a:solidFill>
            <a:srgbClr val="0377D4"/>
          </a:solidFill>
          <a:ln w="12700">
            <a:solidFill>
              <a:srgbClr val="03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2056232" y="0"/>
            <a:ext cx="137292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02920" y="16459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0078D4"/>
                </a:solidFill>
                <a:latin typeface="Aptos Display" pitchFamily="34" charset="0"/>
              </a:rPr>
              <a:t>Copilot‑Governed Azure Landing Zone Orchestration</a:t>
            </a:r>
          </a:p>
        </p:txBody>
      </p:sp>
      <p:sp>
        <p:nvSpPr>
          <p:cNvPr id="93" name="Text 91"/>
          <p:cNvSpPr/>
          <p:nvPr/>
        </p:nvSpPr>
        <p:spPr>
          <a:xfrm>
            <a:off x="502920" y="60350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Governance Authority with Guard railed Responsible AI Enrichment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4892040" y="950976"/>
            <a:ext cx="24231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540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965192" y="950976"/>
            <a:ext cx="58750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022113" y="950976"/>
            <a:ext cx="58750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5079035" y="950976"/>
            <a:ext cx="58750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5135956" y="950976"/>
            <a:ext cx="58750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5192878" y="950976"/>
            <a:ext cx="58750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5249799" y="950976"/>
            <a:ext cx="58750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5306720" y="950976"/>
            <a:ext cx="58750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363642" y="950976"/>
            <a:ext cx="58750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5420563" y="950976"/>
            <a:ext cx="58750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5477485" y="950976"/>
            <a:ext cx="58750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5534406" y="950976"/>
            <a:ext cx="58750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5591327" y="950976"/>
            <a:ext cx="58750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5648249" y="950976"/>
            <a:ext cx="58750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5705170" y="950976"/>
            <a:ext cx="58750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5762092" y="950976"/>
            <a:ext cx="58750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5819013" y="950976"/>
            <a:ext cx="58750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5875934" y="950976"/>
            <a:ext cx="58750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5932856" y="950976"/>
            <a:ext cx="58750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989777" y="950976"/>
            <a:ext cx="58750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6046699" y="950976"/>
            <a:ext cx="58750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6103620" y="950976"/>
            <a:ext cx="58750" cy="54864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160541" y="950976"/>
            <a:ext cx="58750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6217463" y="950976"/>
            <a:ext cx="58750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6274384" y="950976"/>
            <a:ext cx="58750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6331306" y="950976"/>
            <a:ext cx="58750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6388227" y="950976"/>
            <a:ext cx="58750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6445148" y="950976"/>
            <a:ext cx="58750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6502070" y="950976"/>
            <a:ext cx="58750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6558991" y="950976"/>
            <a:ext cx="58750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6615913" y="950976"/>
            <a:ext cx="58750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6672834" y="950976"/>
            <a:ext cx="58750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6729755" y="950976"/>
            <a:ext cx="58750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6786677" y="950976"/>
            <a:ext cx="58750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6843598" y="950976"/>
            <a:ext cx="58750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6900520" y="950976"/>
            <a:ext cx="58750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957441" y="950976"/>
            <a:ext cx="58750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7014362" y="950976"/>
            <a:ext cx="58750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7071284" y="950976"/>
            <a:ext cx="58750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7128205" y="950976"/>
            <a:ext cx="58750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7185127" y="950976"/>
            <a:ext cx="5875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4983480" y="10241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CSA / Enterprise Architect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6099048" y="1408176"/>
            <a:ext cx="0" cy="128016"/>
          </a:xfrm>
          <a:prstGeom prst="line">
            <a:avLst/>
          </a:prstGeom>
          <a:noFill/>
          <a:ln w="19050">
            <a:solidFill>
              <a:srgbClr val="8661C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7360920" y="1156716"/>
            <a:ext cx="39929" cy="45720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7399020" y="1156716"/>
            <a:ext cx="39929" cy="45720"/>
          </a:xfrm>
          <a:prstGeom prst="rect">
            <a:avLst/>
          </a:prstGeom>
          <a:solidFill>
            <a:srgbClr val="BC3EC4"/>
          </a:solidFill>
          <a:ln w="12700">
            <a:solidFill>
              <a:srgbClr val="BC3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437120" y="1156716"/>
            <a:ext cx="39929" cy="45720"/>
          </a:xfrm>
          <a:prstGeom prst="rect">
            <a:avLst/>
          </a:prstGeom>
          <a:solidFill>
            <a:srgbClr val="B840C4"/>
          </a:solidFill>
          <a:ln w="12700">
            <a:solidFill>
              <a:srgbClr val="B84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7475220" y="1156716"/>
            <a:ext cx="39929" cy="45720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7513320" y="1156716"/>
            <a:ext cx="39929" cy="45720"/>
          </a:xfrm>
          <a:prstGeom prst="rect">
            <a:avLst/>
          </a:prstGeom>
          <a:solidFill>
            <a:srgbClr val="B045C4"/>
          </a:solidFill>
          <a:ln w="12700">
            <a:solidFill>
              <a:srgbClr val="B0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7551420" y="1156716"/>
            <a:ext cx="39929" cy="45720"/>
          </a:xfrm>
          <a:prstGeom prst="rect">
            <a:avLst/>
          </a:prstGeom>
          <a:solidFill>
            <a:srgbClr val="AC48C4"/>
          </a:solidFill>
          <a:ln w="12700">
            <a:solidFill>
              <a:srgbClr val="AC4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7589520" y="1156716"/>
            <a:ext cx="39929" cy="45720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7627620" y="1156716"/>
            <a:ext cx="39929" cy="45720"/>
          </a:xfrm>
          <a:prstGeom prst="rect">
            <a:avLst/>
          </a:prstGeom>
          <a:solidFill>
            <a:srgbClr val="A44DC4"/>
          </a:solidFill>
          <a:ln w="12700">
            <a:solidFill>
              <a:srgbClr val="A4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7665720" y="1156716"/>
            <a:ext cx="39929" cy="45720"/>
          </a:xfrm>
          <a:prstGeom prst="rect">
            <a:avLst/>
          </a:prstGeom>
          <a:solidFill>
            <a:srgbClr val="A050C5"/>
          </a:solidFill>
          <a:ln w="12700">
            <a:solidFill>
              <a:srgbClr val="A0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7703820" y="1156716"/>
            <a:ext cx="39929" cy="45720"/>
          </a:xfrm>
          <a:prstGeom prst="rect">
            <a:avLst/>
          </a:prstGeom>
          <a:solidFill>
            <a:srgbClr val="9C53C5"/>
          </a:solidFill>
          <a:ln w="12700">
            <a:solidFill>
              <a:srgbClr val="9C5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7741920" y="1156716"/>
            <a:ext cx="39929" cy="45720"/>
          </a:xfrm>
          <a:prstGeom prst="rect">
            <a:avLst/>
          </a:prstGeom>
          <a:solidFill>
            <a:srgbClr val="9855C5"/>
          </a:solidFill>
          <a:ln w="12700">
            <a:solidFill>
              <a:srgbClr val="985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7780020" y="1156716"/>
            <a:ext cx="39929" cy="45720"/>
          </a:xfrm>
          <a:prstGeom prst="rect">
            <a:avLst/>
          </a:prstGeom>
          <a:solidFill>
            <a:srgbClr val="9458C5"/>
          </a:solidFill>
          <a:ln w="12700">
            <a:solidFill>
              <a:srgbClr val="94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7818120" y="1156716"/>
            <a:ext cx="39929" cy="45720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7856220" y="1156716"/>
            <a:ext cx="39929" cy="45720"/>
          </a:xfrm>
          <a:prstGeom prst="rect">
            <a:avLst/>
          </a:prstGeom>
          <a:solidFill>
            <a:srgbClr val="8C5DC5"/>
          </a:solidFill>
          <a:ln w="12700">
            <a:solidFill>
              <a:srgbClr val="8C5D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7894320" y="1156716"/>
            <a:ext cx="39929" cy="45720"/>
          </a:xfrm>
          <a:prstGeom prst="rect">
            <a:avLst/>
          </a:prstGeom>
          <a:solidFill>
            <a:srgbClr val="8860C5"/>
          </a:solidFill>
          <a:ln w="12700">
            <a:solidFill>
              <a:srgbClr val="88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7932420" y="1156716"/>
            <a:ext cx="39929" cy="45720"/>
          </a:xfrm>
          <a:prstGeom prst="rect">
            <a:avLst/>
          </a:prstGeom>
          <a:solidFill>
            <a:srgbClr val="8162C6"/>
          </a:solidFill>
          <a:ln w="12700">
            <a:solidFill>
              <a:srgbClr val="816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7970520" y="1156716"/>
            <a:ext cx="39929" cy="45720"/>
          </a:xfrm>
          <a:prstGeom prst="rect">
            <a:avLst/>
          </a:prstGeom>
          <a:solidFill>
            <a:srgbClr val="7863C7"/>
          </a:solidFill>
          <a:ln w="12700">
            <a:solidFill>
              <a:srgbClr val="786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8008620" y="1156716"/>
            <a:ext cx="39929" cy="45720"/>
          </a:xfrm>
          <a:prstGeom prst="rect">
            <a:avLst/>
          </a:prstGeom>
          <a:solidFill>
            <a:srgbClr val="6F65C8"/>
          </a:solidFill>
          <a:ln w="12700">
            <a:solidFill>
              <a:srgbClr val="6F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8046720" y="1156716"/>
            <a:ext cx="39929" cy="45720"/>
          </a:xfrm>
          <a:prstGeom prst="rect">
            <a:avLst/>
          </a:prstGeom>
          <a:solidFill>
            <a:srgbClr val="6667C9"/>
          </a:solidFill>
          <a:ln w="12700">
            <a:solidFill>
              <a:srgbClr val="66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8084820" y="1156716"/>
            <a:ext cx="39929" cy="45720"/>
          </a:xfrm>
          <a:prstGeom prst="rect">
            <a:avLst/>
          </a:prstGeom>
          <a:solidFill>
            <a:srgbClr val="5C68CA"/>
          </a:solidFill>
          <a:ln w="12700">
            <a:solidFill>
              <a:srgbClr val="5C6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8122920" y="1156716"/>
            <a:ext cx="39929" cy="45720"/>
          </a:xfrm>
          <a:prstGeom prst="rect">
            <a:avLst/>
          </a:prstGeom>
          <a:solidFill>
            <a:srgbClr val="536ACB"/>
          </a:solidFill>
          <a:ln w="12700">
            <a:solidFill>
              <a:srgbClr val="53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8161020" y="1156716"/>
            <a:ext cx="39929" cy="45720"/>
          </a:xfrm>
          <a:prstGeom prst="rect">
            <a:avLst/>
          </a:prstGeom>
          <a:solidFill>
            <a:srgbClr val="4A6BCC"/>
          </a:solidFill>
          <a:ln w="12700">
            <a:solidFill>
              <a:srgbClr val="4A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8199120" y="1156716"/>
            <a:ext cx="39929" cy="45720"/>
          </a:xfrm>
          <a:prstGeom prst="rect">
            <a:avLst/>
          </a:prstGeom>
          <a:solidFill>
            <a:srgbClr val="416DCD"/>
          </a:solidFill>
          <a:ln w="12700">
            <a:solidFill>
              <a:srgbClr val="41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8237220" y="1156716"/>
            <a:ext cx="39929" cy="45720"/>
          </a:xfrm>
          <a:prstGeom prst="rect">
            <a:avLst/>
          </a:prstGeom>
          <a:solidFill>
            <a:srgbClr val="376ECE"/>
          </a:solidFill>
          <a:ln w="12700">
            <a:solidFill>
              <a:srgbClr val="376E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8275320" y="1156716"/>
            <a:ext cx="39929" cy="45720"/>
          </a:xfrm>
          <a:prstGeom prst="rect">
            <a:avLst/>
          </a:prstGeom>
          <a:solidFill>
            <a:srgbClr val="2E70CF"/>
          </a:solidFill>
          <a:ln w="12700">
            <a:solidFill>
              <a:srgbClr val="2E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8313420" y="1156716"/>
            <a:ext cx="39929" cy="45720"/>
          </a:xfrm>
          <a:prstGeom prst="rect">
            <a:avLst/>
          </a:prstGeom>
          <a:solidFill>
            <a:srgbClr val="2572D0"/>
          </a:solidFill>
          <a:ln w="12700">
            <a:solidFill>
              <a:srgbClr val="25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8351520" y="1156716"/>
            <a:ext cx="39929" cy="45720"/>
          </a:xfrm>
          <a:prstGeom prst="rect">
            <a:avLst/>
          </a:prstGeom>
          <a:solidFill>
            <a:srgbClr val="1C73D1"/>
          </a:solidFill>
          <a:ln w="12700">
            <a:solidFill>
              <a:srgbClr val="1C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8389620" y="1156716"/>
            <a:ext cx="39929" cy="45720"/>
          </a:xfrm>
          <a:prstGeom prst="rect">
            <a:avLst/>
          </a:prstGeom>
          <a:solidFill>
            <a:srgbClr val="1275D2"/>
          </a:solidFill>
          <a:ln w="12700">
            <a:solidFill>
              <a:srgbClr val="127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8427720" y="1156716"/>
            <a:ext cx="39929" cy="45720"/>
          </a:xfrm>
          <a:prstGeom prst="rect">
            <a:avLst/>
          </a:prstGeom>
          <a:solidFill>
            <a:srgbClr val="0976D3"/>
          </a:solidFill>
          <a:ln w="12700">
            <a:solidFill>
              <a:srgbClr val="097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8465820" y="1156716"/>
            <a:ext cx="39929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7445502" y="1124712"/>
            <a:ext cx="109728" cy="109728"/>
          </a:xfrm>
          <a:prstGeom prst="ellipse">
            <a:avLst/>
          </a:prstGeom>
          <a:solidFill>
            <a:srgbClr val="A344C6"/>
          </a:solidFill>
          <a:ln w="12700">
            <a:solidFill>
              <a:srgbClr val="A34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7692390" y="1124712"/>
            <a:ext cx="109728" cy="109728"/>
          </a:xfrm>
          <a:prstGeom prst="ellipse">
            <a:avLst/>
          </a:prstGeom>
          <a:solidFill>
            <a:srgbClr val="7D50CA"/>
          </a:solidFill>
          <a:ln w="12700">
            <a:solidFill>
              <a:srgbClr val="7D5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7939278" y="1124712"/>
            <a:ext cx="109728" cy="109728"/>
          </a:xfrm>
          <a:prstGeom prst="ellipse">
            <a:avLst/>
          </a:prstGeom>
          <a:solidFill>
            <a:srgbClr val="565DCD"/>
          </a:solidFill>
          <a:ln w="12700">
            <a:solidFill>
              <a:srgbClr val="565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8186166" y="1124712"/>
            <a:ext cx="109728" cy="109728"/>
          </a:xfrm>
          <a:prstGeom prst="ellipse">
            <a:avLst/>
          </a:prstGeom>
          <a:solidFill>
            <a:srgbClr val="3069D0"/>
          </a:solidFill>
          <a:ln w="12700">
            <a:solidFill>
              <a:srgbClr val="306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8433054" y="1124712"/>
            <a:ext cx="109728" cy="109728"/>
          </a:xfrm>
          <a:prstGeom prst="ellipse">
            <a:avLst/>
          </a:prstGeom>
          <a:solidFill>
            <a:srgbClr val="0A75D3"/>
          </a:solidFill>
          <a:ln w="12700">
            <a:solidFill>
              <a:srgbClr val="0A75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8595360" y="841248"/>
            <a:ext cx="3108960" cy="1691640"/>
          </a:xfrm>
          <a:prstGeom prst="roundRect">
            <a:avLst>
              <a:gd name="adj" fmla="val 6486"/>
            </a:avLst>
          </a:prstGeom>
          <a:solidFill>
            <a:srgbClr val="F5F0FF"/>
          </a:solidFill>
          <a:ln w="2540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8668512" y="841248"/>
            <a:ext cx="75895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8742578" y="841248"/>
            <a:ext cx="75895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8816645" y="841248"/>
            <a:ext cx="75895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8890711" y="841248"/>
            <a:ext cx="75895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8964778" y="841248"/>
            <a:ext cx="75895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9038844" y="841248"/>
            <a:ext cx="75895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9112910" y="841248"/>
            <a:ext cx="75895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9186977" y="841248"/>
            <a:ext cx="75895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9261043" y="841248"/>
            <a:ext cx="75895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9335110" y="841248"/>
            <a:ext cx="75895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9409176" y="841248"/>
            <a:ext cx="75895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9483242" y="841248"/>
            <a:ext cx="75895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9557309" y="841248"/>
            <a:ext cx="75895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9631375" y="841248"/>
            <a:ext cx="75895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9705442" y="841248"/>
            <a:ext cx="75895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9779508" y="841248"/>
            <a:ext cx="75895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9853574" y="841248"/>
            <a:ext cx="75895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9927641" y="841248"/>
            <a:ext cx="75895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10001707" y="841248"/>
            <a:ext cx="75895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10075774" y="841248"/>
            <a:ext cx="75895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10149840" y="841248"/>
            <a:ext cx="75895" cy="54864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10223906" y="841248"/>
            <a:ext cx="75895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10297973" y="841248"/>
            <a:ext cx="75895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10372039" y="841248"/>
            <a:ext cx="75895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10446106" y="841248"/>
            <a:ext cx="75895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10520172" y="841248"/>
            <a:ext cx="75895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10594238" y="841248"/>
            <a:ext cx="75895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10668305" y="841248"/>
            <a:ext cx="75895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10742371" y="841248"/>
            <a:ext cx="75895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10816438" y="841248"/>
            <a:ext cx="75895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10890504" y="841248"/>
            <a:ext cx="75895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10964570" y="841248"/>
            <a:ext cx="75895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11038637" y="841248"/>
            <a:ext cx="75895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11112703" y="841248"/>
            <a:ext cx="75895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11186770" y="841248"/>
            <a:ext cx="75895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11260836" y="841248"/>
            <a:ext cx="75895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11334902" y="841248"/>
            <a:ext cx="75895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11408969" y="841248"/>
            <a:ext cx="75895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11483035" y="841248"/>
            <a:ext cx="75895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11557102" y="841248"/>
            <a:ext cx="75895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211"/>
          <p:cNvSpPr/>
          <p:nvPr/>
        </p:nvSpPr>
        <p:spPr>
          <a:xfrm>
            <a:off x="8732520" y="96926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61C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365 Copilot</a:t>
            </a:r>
            <a:endParaRPr lang="en-US" sz="1000" dirty="0"/>
          </a:p>
        </p:txBody>
      </p:sp>
      <p:sp>
        <p:nvSpPr>
          <p:cNvPr id="214" name="Text 212"/>
          <p:cNvSpPr/>
          <p:nvPr/>
        </p:nvSpPr>
        <p:spPr>
          <a:xfrm>
            <a:off x="10561320" y="9692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Copilot Agent</a:t>
            </a:r>
            <a:endParaRPr lang="en-US" sz="1100" dirty="0"/>
          </a:p>
        </p:txBody>
      </p:sp>
      <p:sp>
        <p:nvSpPr>
          <p:cNvPr id="215" name="Text 213"/>
          <p:cNvSpPr/>
          <p:nvPr/>
        </p:nvSpPr>
        <p:spPr>
          <a:xfrm>
            <a:off x="8685886" y="1361579"/>
            <a:ext cx="2779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Explain setup &amp; Usage Platform  </a:t>
            </a:r>
          </a:p>
          <a:p>
            <a:r>
              <a:rPr lang="en-US" sz="11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• Describe Tools</a:t>
            </a:r>
          </a:p>
          <a:p>
            <a:r>
              <a:rPr lang="en-US" sz="11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• Q&amp;A</a:t>
            </a:r>
          </a:p>
        </p:txBody>
      </p:sp>
      <p:sp>
        <p:nvSpPr>
          <p:cNvPr id="216" name="Text 214"/>
          <p:cNvSpPr/>
          <p:nvPr/>
        </p:nvSpPr>
        <p:spPr>
          <a:xfrm>
            <a:off x="9464040" y="2331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3B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✖ No Direct Azure Access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11201400" y="612648"/>
            <a:ext cx="457200" cy="457200"/>
          </a:xfrm>
          <a:prstGeom prst="ellipse">
            <a:avLst/>
          </a:prstGeom>
          <a:solidFill>
            <a:srgbClr val="8661C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3794760" y="1572768"/>
            <a:ext cx="4617720" cy="960120"/>
          </a:xfrm>
          <a:prstGeom prst="roundRect">
            <a:avLst>
              <a:gd name="adj" fmla="val 11429"/>
            </a:avLst>
          </a:prstGeom>
          <a:solidFill>
            <a:srgbClr val="EFEAFF"/>
          </a:solidFill>
          <a:ln w="2540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3867912" y="1572768"/>
            <a:ext cx="113614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3979697" y="1572768"/>
            <a:ext cx="113614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4091483" y="1572768"/>
            <a:ext cx="113614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4203268" y="1572768"/>
            <a:ext cx="113614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4315054" y="1572768"/>
            <a:ext cx="113614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4426839" y="1572768"/>
            <a:ext cx="113614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4538624" y="1572768"/>
            <a:ext cx="113614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4650410" y="1572768"/>
            <a:ext cx="113614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4762195" y="1572768"/>
            <a:ext cx="113614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4873981" y="1572768"/>
            <a:ext cx="113614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4985766" y="1572768"/>
            <a:ext cx="113614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5097551" y="1572768"/>
            <a:ext cx="113614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5209337" y="1572768"/>
            <a:ext cx="113614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5321122" y="1572768"/>
            <a:ext cx="113614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5432908" y="1572768"/>
            <a:ext cx="113614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5544693" y="1572768"/>
            <a:ext cx="113614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5656478" y="1572768"/>
            <a:ext cx="113614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5768264" y="1572768"/>
            <a:ext cx="113614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5880049" y="1572768"/>
            <a:ext cx="113614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5991835" y="1572768"/>
            <a:ext cx="113614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6103620" y="1572768"/>
            <a:ext cx="113614" cy="54864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6215405" y="1572768"/>
            <a:ext cx="113614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6327191" y="1572768"/>
            <a:ext cx="113614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6438976" y="1572768"/>
            <a:ext cx="113614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6550762" y="1572768"/>
            <a:ext cx="113614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6662547" y="1572768"/>
            <a:ext cx="113614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6774332" y="1572768"/>
            <a:ext cx="113614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6886118" y="1572768"/>
            <a:ext cx="113614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6997903" y="1572768"/>
            <a:ext cx="113614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7109689" y="1572768"/>
            <a:ext cx="113614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7221474" y="1572768"/>
            <a:ext cx="113614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333259" y="1572768"/>
            <a:ext cx="113614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7445045" y="1572768"/>
            <a:ext cx="113614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7556830" y="1572768"/>
            <a:ext cx="113614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7668616" y="1572768"/>
            <a:ext cx="113614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7780401" y="1572768"/>
            <a:ext cx="113614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7892186" y="1572768"/>
            <a:ext cx="113614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8003972" y="1572768"/>
            <a:ext cx="113614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8115757" y="1572768"/>
            <a:ext cx="113614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227543" y="1572768"/>
            <a:ext cx="113614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3959352" y="1700784"/>
            <a:ext cx="1892808" cy="274320"/>
          </a:xfrm>
          <a:prstGeom prst="roundRect">
            <a:avLst>
              <a:gd name="adj" fmla="val 50000"/>
            </a:avLst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Text 258"/>
          <p:cNvSpPr/>
          <p:nvPr/>
        </p:nvSpPr>
        <p:spPr>
          <a:xfrm>
            <a:off x="3959352" y="1700784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COPILOT SDK</a:t>
            </a:r>
            <a:endParaRPr lang="en-US" sz="1000" dirty="0"/>
          </a:p>
        </p:txBody>
      </p:sp>
      <p:sp>
        <p:nvSpPr>
          <p:cNvPr id="261" name="Text 259"/>
          <p:cNvSpPr/>
          <p:nvPr/>
        </p:nvSpPr>
        <p:spPr>
          <a:xfrm>
            <a:off x="5934684" y="1664208"/>
            <a:ext cx="24658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Copilot SDK Orchestrator</a:t>
            </a:r>
            <a:endParaRPr lang="en-US" sz="1200" dirty="0"/>
          </a:p>
        </p:txBody>
      </p:sp>
      <p:sp>
        <p:nvSpPr>
          <p:cNvPr id="262" name="Text 260"/>
          <p:cNvSpPr/>
          <p:nvPr/>
        </p:nvSpPr>
        <p:spPr>
          <a:xfrm>
            <a:off x="3927347" y="2039112"/>
            <a:ext cx="44138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Intent Router     • Guardrailed Tool Calls    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Multi‑Turn Workshop Orchestration</a:t>
            </a:r>
            <a:endParaRPr lang="en-US" sz="1100" dirty="0"/>
          </a:p>
        </p:txBody>
      </p:sp>
      <p:sp>
        <p:nvSpPr>
          <p:cNvPr id="263" name="Text 261"/>
          <p:cNvSpPr/>
          <p:nvPr/>
        </p:nvSpPr>
        <p:spPr>
          <a:xfrm>
            <a:off x="6195060" y="2331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3B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✖ No Direct Azure Access</a:t>
            </a:r>
            <a:endParaRPr lang="en-US" sz="900" dirty="0"/>
          </a:p>
        </p:txBody>
      </p:sp>
      <p:sp>
        <p:nvSpPr>
          <p:cNvPr id="264" name="Shape 262"/>
          <p:cNvSpPr/>
          <p:nvPr/>
        </p:nvSpPr>
        <p:spPr>
          <a:xfrm>
            <a:off x="502920" y="2715768"/>
            <a:ext cx="141846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642938" y="2715768"/>
            <a:ext cx="141846" cy="54864"/>
          </a:xfrm>
          <a:prstGeom prst="rect">
            <a:avLst/>
          </a:prstGeom>
          <a:solidFill>
            <a:srgbClr val="BF3CC4"/>
          </a:solidFill>
          <a:ln w="12700">
            <a:solidFill>
              <a:srgbClr val="BF3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782955" y="2715768"/>
            <a:ext cx="141846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922973" y="2715768"/>
            <a:ext cx="141846" cy="54864"/>
          </a:xfrm>
          <a:prstGeom prst="rect">
            <a:avLst/>
          </a:prstGeom>
          <a:solidFill>
            <a:srgbClr val="BC3EC4"/>
          </a:solidFill>
          <a:ln w="12700">
            <a:solidFill>
              <a:srgbClr val="BC3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1062990" y="2715768"/>
            <a:ext cx="141846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1203008" y="2715768"/>
            <a:ext cx="141846" cy="54864"/>
          </a:xfrm>
          <a:prstGeom prst="rect">
            <a:avLst/>
          </a:prstGeom>
          <a:solidFill>
            <a:srgbClr val="B940C4"/>
          </a:solidFill>
          <a:ln w="12700">
            <a:solidFill>
              <a:srgbClr val="B94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1343025" y="2715768"/>
            <a:ext cx="141846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1483043" y="2715768"/>
            <a:ext cx="141846" cy="54864"/>
          </a:xfrm>
          <a:prstGeom prst="rect">
            <a:avLst/>
          </a:prstGeom>
          <a:solidFill>
            <a:srgbClr val="B642C4"/>
          </a:solidFill>
          <a:ln w="12700">
            <a:solidFill>
              <a:srgbClr val="B64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1623060" y="2715768"/>
            <a:ext cx="141846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1763078" y="2715768"/>
            <a:ext cx="141846" cy="54864"/>
          </a:xfrm>
          <a:prstGeom prst="rect">
            <a:avLst/>
          </a:prstGeom>
          <a:solidFill>
            <a:srgbClr val="B344C4"/>
          </a:solidFill>
          <a:ln w="12700">
            <a:solidFill>
              <a:srgbClr val="B34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1903095" y="2715768"/>
            <a:ext cx="141846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2043113" y="2715768"/>
            <a:ext cx="141846" cy="54864"/>
          </a:xfrm>
          <a:prstGeom prst="rect">
            <a:avLst/>
          </a:prstGeom>
          <a:solidFill>
            <a:srgbClr val="B046C4"/>
          </a:solidFill>
          <a:ln w="12700">
            <a:solidFill>
              <a:srgbClr val="B04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2183130" y="2715768"/>
            <a:ext cx="141846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2323148" y="2715768"/>
            <a:ext cx="141846" cy="54864"/>
          </a:xfrm>
          <a:prstGeom prst="rect">
            <a:avLst/>
          </a:prstGeom>
          <a:solidFill>
            <a:srgbClr val="AD48C4"/>
          </a:solidFill>
          <a:ln w="12700">
            <a:solidFill>
              <a:srgbClr val="AD4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2463165" y="2715768"/>
            <a:ext cx="141846" cy="54864"/>
          </a:xfrm>
          <a:prstGeom prst="rect">
            <a:avLst/>
          </a:prstGeom>
          <a:solidFill>
            <a:srgbClr val="AB48C4"/>
          </a:solidFill>
          <a:ln w="12700">
            <a:solidFill>
              <a:srgbClr val="AB4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2603183" y="2715768"/>
            <a:ext cx="141846" cy="54864"/>
          </a:xfrm>
          <a:prstGeom prst="rect">
            <a:avLst/>
          </a:prstGeom>
          <a:solidFill>
            <a:srgbClr val="AA49C4"/>
          </a:solidFill>
          <a:ln w="12700">
            <a:solidFill>
              <a:srgbClr val="AA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2743200" y="2715768"/>
            <a:ext cx="141846" cy="54864"/>
          </a:xfrm>
          <a:prstGeom prst="rect">
            <a:avLst/>
          </a:prstGeom>
          <a:solidFill>
            <a:srgbClr val="A94AC4"/>
          </a:solidFill>
          <a:ln w="12700">
            <a:solidFill>
              <a:srgbClr val="A94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2883218" y="2715768"/>
            <a:ext cx="141846" cy="54864"/>
          </a:xfrm>
          <a:prstGeom prst="rect">
            <a:avLst/>
          </a:prstGeom>
          <a:solidFill>
            <a:srgbClr val="A74BC4"/>
          </a:solidFill>
          <a:ln w="12700">
            <a:solidFill>
              <a:srgbClr val="A7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3023235" y="2715768"/>
            <a:ext cx="141846" cy="54864"/>
          </a:xfrm>
          <a:prstGeom prst="rect">
            <a:avLst/>
          </a:prstGeom>
          <a:solidFill>
            <a:srgbClr val="A64CC4"/>
          </a:solidFill>
          <a:ln w="12700">
            <a:solidFill>
              <a:srgbClr val="A64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3163253" y="2715768"/>
            <a:ext cx="141846" cy="54864"/>
          </a:xfrm>
          <a:prstGeom prst="rect">
            <a:avLst/>
          </a:prstGeom>
          <a:solidFill>
            <a:srgbClr val="A44DC4"/>
          </a:solidFill>
          <a:ln w="12700">
            <a:solidFill>
              <a:srgbClr val="A4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3303270" y="2715768"/>
            <a:ext cx="141846" cy="54864"/>
          </a:xfrm>
          <a:prstGeom prst="rect">
            <a:avLst/>
          </a:prstGeom>
          <a:solidFill>
            <a:srgbClr val="A34EC5"/>
          </a:solidFill>
          <a:ln w="12700">
            <a:solidFill>
              <a:srgbClr val="A3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3443288" y="2715768"/>
            <a:ext cx="141846" cy="54864"/>
          </a:xfrm>
          <a:prstGeom prst="rect">
            <a:avLst/>
          </a:prstGeom>
          <a:solidFill>
            <a:srgbClr val="A14FC5"/>
          </a:solidFill>
          <a:ln w="12700">
            <a:solidFill>
              <a:srgbClr val="A14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3583305" y="2715768"/>
            <a:ext cx="141846" cy="54864"/>
          </a:xfrm>
          <a:prstGeom prst="rect">
            <a:avLst/>
          </a:prstGeom>
          <a:solidFill>
            <a:srgbClr val="A050C5"/>
          </a:solidFill>
          <a:ln w="12700">
            <a:solidFill>
              <a:srgbClr val="A0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3723323" y="2715768"/>
            <a:ext cx="141846" cy="54864"/>
          </a:xfrm>
          <a:prstGeom prst="rect">
            <a:avLst/>
          </a:prstGeom>
          <a:solidFill>
            <a:srgbClr val="9E51C5"/>
          </a:solidFill>
          <a:ln w="12700">
            <a:solidFill>
              <a:srgbClr val="9E5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3863340" y="2715768"/>
            <a:ext cx="141846" cy="54864"/>
          </a:xfrm>
          <a:prstGeom prst="rect">
            <a:avLst/>
          </a:prstGeom>
          <a:solidFill>
            <a:srgbClr val="9D52C5"/>
          </a:solidFill>
          <a:ln w="12700">
            <a:solidFill>
              <a:srgbClr val="9D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4003358" y="2715768"/>
            <a:ext cx="141846" cy="54864"/>
          </a:xfrm>
          <a:prstGeom prst="rect">
            <a:avLst/>
          </a:prstGeom>
          <a:solidFill>
            <a:srgbClr val="9B53C5"/>
          </a:solidFill>
          <a:ln w="12700">
            <a:solidFill>
              <a:srgbClr val="9B5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4143375" y="2715768"/>
            <a:ext cx="141846" cy="54864"/>
          </a:xfrm>
          <a:prstGeom prst="rect">
            <a:avLst/>
          </a:prstGeom>
          <a:solidFill>
            <a:srgbClr val="9A54C5"/>
          </a:solidFill>
          <a:ln w="12700">
            <a:solidFill>
              <a:srgbClr val="9A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4283393" y="2715768"/>
            <a:ext cx="141846" cy="54864"/>
          </a:xfrm>
          <a:prstGeom prst="rect">
            <a:avLst/>
          </a:prstGeom>
          <a:solidFill>
            <a:srgbClr val="9855C5"/>
          </a:solidFill>
          <a:ln w="12700">
            <a:solidFill>
              <a:srgbClr val="985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4423410" y="2715768"/>
            <a:ext cx="141846" cy="54864"/>
          </a:xfrm>
          <a:prstGeom prst="rect">
            <a:avLst/>
          </a:prstGeom>
          <a:solidFill>
            <a:srgbClr val="9756C5"/>
          </a:solidFill>
          <a:ln w="12700">
            <a:solidFill>
              <a:srgbClr val="97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4563428" y="2715768"/>
            <a:ext cx="141846" cy="54864"/>
          </a:xfrm>
          <a:prstGeom prst="rect">
            <a:avLst/>
          </a:prstGeom>
          <a:solidFill>
            <a:srgbClr val="9557C5"/>
          </a:solidFill>
          <a:ln w="12700">
            <a:solidFill>
              <a:srgbClr val="95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4703445" y="2715768"/>
            <a:ext cx="141846" cy="54864"/>
          </a:xfrm>
          <a:prstGeom prst="rect">
            <a:avLst/>
          </a:prstGeom>
          <a:solidFill>
            <a:srgbClr val="9458C5"/>
          </a:solidFill>
          <a:ln w="12700">
            <a:solidFill>
              <a:srgbClr val="94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4843463" y="2715768"/>
            <a:ext cx="141846" cy="54864"/>
          </a:xfrm>
          <a:prstGeom prst="rect">
            <a:avLst/>
          </a:prstGeom>
          <a:solidFill>
            <a:srgbClr val="9259C5"/>
          </a:solidFill>
          <a:ln w="12700">
            <a:solidFill>
              <a:srgbClr val="925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4983480" y="2715768"/>
            <a:ext cx="141846" cy="54864"/>
          </a:xfrm>
          <a:prstGeom prst="rect">
            <a:avLst/>
          </a:prstGeom>
          <a:solidFill>
            <a:srgbClr val="915AC5"/>
          </a:solidFill>
          <a:ln w="12700">
            <a:solidFill>
              <a:srgbClr val="91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5123498" y="2715768"/>
            <a:ext cx="141846" cy="54864"/>
          </a:xfrm>
          <a:prstGeom prst="rect">
            <a:avLst/>
          </a:prstGeom>
          <a:solidFill>
            <a:srgbClr val="905BC5"/>
          </a:solidFill>
          <a:ln w="12700">
            <a:solidFill>
              <a:srgbClr val="905B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5263515" y="2715768"/>
            <a:ext cx="141846" cy="54864"/>
          </a:xfrm>
          <a:prstGeom prst="rect">
            <a:avLst/>
          </a:prstGeom>
          <a:solidFill>
            <a:srgbClr val="8E5CC5"/>
          </a:solidFill>
          <a:ln w="12700">
            <a:solidFill>
              <a:srgbClr val="8E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5403533" y="2715768"/>
            <a:ext cx="141846" cy="54864"/>
          </a:xfrm>
          <a:prstGeom prst="rect">
            <a:avLst/>
          </a:prstGeom>
          <a:solidFill>
            <a:srgbClr val="8D5DC5"/>
          </a:solidFill>
          <a:ln w="12700">
            <a:solidFill>
              <a:srgbClr val="8D5D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5543550" y="2715768"/>
            <a:ext cx="141846" cy="54864"/>
          </a:xfrm>
          <a:prstGeom prst="rect">
            <a:avLst/>
          </a:prstGeom>
          <a:solidFill>
            <a:srgbClr val="8B5EC5"/>
          </a:solidFill>
          <a:ln w="12700">
            <a:solidFill>
              <a:srgbClr val="8B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5683568" y="2715768"/>
            <a:ext cx="141846" cy="54864"/>
          </a:xfrm>
          <a:prstGeom prst="rect">
            <a:avLst/>
          </a:prstGeom>
          <a:solidFill>
            <a:srgbClr val="8A5FC5"/>
          </a:solidFill>
          <a:ln w="12700">
            <a:solidFill>
              <a:srgbClr val="8A5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5823585" y="2715768"/>
            <a:ext cx="141846" cy="54864"/>
          </a:xfrm>
          <a:prstGeom prst="rect">
            <a:avLst/>
          </a:prstGeom>
          <a:solidFill>
            <a:srgbClr val="8860C5"/>
          </a:solidFill>
          <a:ln w="12700">
            <a:solidFill>
              <a:srgbClr val="88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5963603" y="2715768"/>
            <a:ext cx="141846" cy="54864"/>
          </a:xfrm>
          <a:prstGeom prst="rect">
            <a:avLst/>
          </a:prstGeom>
          <a:solidFill>
            <a:srgbClr val="8761C5"/>
          </a:solidFill>
          <a:ln w="12700">
            <a:solidFill>
              <a:srgbClr val="87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6103620" y="2715768"/>
            <a:ext cx="141846" cy="54864"/>
          </a:xfrm>
          <a:prstGeom prst="rect">
            <a:avLst/>
          </a:prstGeom>
          <a:solidFill>
            <a:srgbClr val="8461C5"/>
          </a:solidFill>
          <a:ln w="12700">
            <a:solidFill>
              <a:srgbClr val="84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6243638" y="2715768"/>
            <a:ext cx="141846" cy="54864"/>
          </a:xfrm>
          <a:prstGeom prst="rect">
            <a:avLst/>
          </a:prstGeom>
          <a:solidFill>
            <a:srgbClr val="8162C6"/>
          </a:solidFill>
          <a:ln w="12700">
            <a:solidFill>
              <a:srgbClr val="816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6383655" y="2715768"/>
            <a:ext cx="141846" cy="54864"/>
          </a:xfrm>
          <a:prstGeom prst="rect">
            <a:avLst/>
          </a:prstGeom>
          <a:solidFill>
            <a:srgbClr val="7E62C6"/>
          </a:solidFill>
          <a:ln w="12700">
            <a:solidFill>
              <a:srgbClr val="7E6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6523673" y="2715768"/>
            <a:ext cx="141846" cy="54864"/>
          </a:xfrm>
          <a:prstGeom prst="rect">
            <a:avLst/>
          </a:prstGeom>
          <a:solidFill>
            <a:srgbClr val="7A63C6"/>
          </a:solidFill>
          <a:ln w="12700">
            <a:solidFill>
              <a:srgbClr val="7A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6663690" y="2715768"/>
            <a:ext cx="141846" cy="54864"/>
          </a:xfrm>
          <a:prstGeom prst="rect">
            <a:avLst/>
          </a:prstGeom>
          <a:solidFill>
            <a:srgbClr val="7764C7"/>
          </a:solidFill>
          <a:ln w="12700">
            <a:solidFill>
              <a:srgbClr val="77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6803708" y="2715768"/>
            <a:ext cx="141846" cy="54864"/>
          </a:xfrm>
          <a:prstGeom prst="rect">
            <a:avLst/>
          </a:prstGeom>
          <a:solidFill>
            <a:srgbClr val="7364C7"/>
          </a:solidFill>
          <a:ln w="12700">
            <a:solidFill>
              <a:srgbClr val="73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6943725" y="2715768"/>
            <a:ext cx="141846" cy="54864"/>
          </a:xfrm>
          <a:prstGeom prst="rect">
            <a:avLst/>
          </a:prstGeom>
          <a:solidFill>
            <a:srgbClr val="7065C7"/>
          </a:solidFill>
          <a:ln w="12700">
            <a:solidFill>
              <a:srgbClr val="706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7083743" y="2715768"/>
            <a:ext cx="141846" cy="54864"/>
          </a:xfrm>
          <a:prstGeom prst="rect">
            <a:avLst/>
          </a:prstGeom>
          <a:solidFill>
            <a:srgbClr val="6D65C8"/>
          </a:solidFill>
          <a:ln w="12700">
            <a:solidFill>
              <a:srgbClr val="6D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7223760" y="2715768"/>
            <a:ext cx="141846" cy="54864"/>
          </a:xfrm>
          <a:prstGeom prst="rect">
            <a:avLst/>
          </a:prstGeom>
          <a:solidFill>
            <a:srgbClr val="6966C8"/>
          </a:solidFill>
          <a:ln w="12700">
            <a:solidFill>
              <a:srgbClr val="69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7363778" y="2715768"/>
            <a:ext cx="141846" cy="54864"/>
          </a:xfrm>
          <a:prstGeom prst="rect">
            <a:avLst/>
          </a:prstGeom>
          <a:solidFill>
            <a:srgbClr val="6667C9"/>
          </a:solidFill>
          <a:ln w="12700">
            <a:solidFill>
              <a:srgbClr val="66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7503795" y="2715768"/>
            <a:ext cx="141846" cy="54864"/>
          </a:xfrm>
          <a:prstGeom prst="rect">
            <a:avLst/>
          </a:prstGeom>
          <a:solidFill>
            <a:srgbClr val="6267C9"/>
          </a:solidFill>
          <a:ln w="12700">
            <a:solidFill>
              <a:srgbClr val="62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7643813" y="2715768"/>
            <a:ext cx="141846" cy="54864"/>
          </a:xfrm>
          <a:prstGeom prst="rect">
            <a:avLst/>
          </a:prstGeom>
          <a:solidFill>
            <a:srgbClr val="5F68C9"/>
          </a:solidFill>
          <a:ln w="12700">
            <a:solidFill>
              <a:srgbClr val="5F6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7783830" y="2715768"/>
            <a:ext cx="141846" cy="54864"/>
          </a:xfrm>
          <a:prstGeom prst="rect">
            <a:avLst/>
          </a:prstGeom>
          <a:solidFill>
            <a:srgbClr val="5C68CA"/>
          </a:solidFill>
          <a:ln w="12700">
            <a:solidFill>
              <a:srgbClr val="5C6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7923848" y="2715768"/>
            <a:ext cx="141846" cy="54864"/>
          </a:xfrm>
          <a:prstGeom prst="rect">
            <a:avLst/>
          </a:prstGeom>
          <a:solidFill>
            <a:srgbClr val="5869CA"/>
          </a:solidFill>
          <a:ln w="12700">
            <a:solidFill>
              <a:srgbClr val="58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8063865" y="2715768"/>
            <a:ext cx="141846" cy="54864"/>
          </a:xfrm>
          <a:prstGeom prst="rect">
            <a:avLst/>
          </a:prstGeom>
          <a:solidFill>
            <a:srgbClr val="5569CB"/>
          </a:solidFill>
          <a:ln w="12700">
            <a:solidFill>
              <a:srgbClr val="556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8203883" y="2715768"/>
            <a:ext cx="141846" cy="54864"/>
          </a:xfrm>
          <a:prstGeom prst="rect">
            <a:avLst/>
          </a:prstGeom>
          <a:solidFill>
            <a:srgbClr val="516ACB"/>
          </a:solidFill>
          <a:ln w="12700">
            <a:solidFill>
              <a:srgbClr val="51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8343900" y="2715768"/>
            <a:ext cx="141846" cy="54864"/>
          </a:xfrm>
          <a:prstGeom prst="rect">
            <a:avLst/>
          </a:prstGeom>
          <a:solidFill>
            <a:srgbClr val="4E6BCB"/>
          </a:solidFill>
          <a:ln w="12700">
            <a:solidFill>
              <a:srgbClr val="4E6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8483918" y="2715768"/>
            <a:ext cx="141846" cy="54864"/>
          </a:xfrm>
          <a:prstGeom prst="rect">
            <a:avLst/>
          </a:prstGeom>
          <a:solidFill>
            <a:srgbClr val="4B6BCC"/>
          </a:solidFill>
          <a:ln w="12700">
            <a:solidFill>
              <a:srgbClr val="4B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8623935" y="2715768"/>
            <a:ext cx="141846" cy="54864"/>
          </a:xfrm>
          <a:prstGeom prst="rect">
            <a:avLst/>
          </a:prstGeom>
          <a:solidFill>
            <a:srgbClr val="476CCC"/>
          </a:solidFill>
          <a:ln w="12700">
            <a:solidFill>
              <a:srgbClr val="47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8763953" y="2715768"/>
            <a:ext cx="141846" cy="54864"/>
          </a:xfrm>
          <a:prstGeom prst="rect">
            <a:avLst/>
          </a:prstGeom>
          <a:solidFill>
            <a:srgbClr val="446CCC"/>
          </a:solidFill>
          <a:ln w="12700">
            <a:solidFill>
              <a:srgbClr val="44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8903970" y="2715768"/>
            <a:ext cx="141846" cy="54864"/>
          </a:xfrm>
          <a:prstGeom prst="rect">
            <a:avLst/>
          </a:prstGeom>
          <a:solidFill>
            <a:srgbClr val="406DCD"/>
          </a:solidFill>
          <a:ln w="12700">
            <a:solidFill>
              <a:srgbClr val="40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9043988" y="2715768"/>
            <a:ext cx="141846" cy="54864"/>
          </a:xfrm>
          <a:prstGeom prst="rect">
            <a:avLst/>
          </a:prstGeom>
          <a:solidFill>
            <a:srgbClr val="3D6ECD"/>
          </a:solidFill>
          <a:ln w="12700">
            <a:solidFill>
              <a:srgbClr val="3D6E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9184005" y="2715768"/>
            <a:ext cx="141846" cy="54864"/>
          </a:xfrm>
          <a:prstGeom prst="rect">
            <a:avLst/>
          </a:prstGeom>
          <a:solidFill>
            <a:srgbClr val="3A6ECE"/>
          </a:solidFill>
          <a:ln w="12700">
            <a:solidFill>
              <a:srgbClr val="3A6E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9324023" y="2715768"/>
            <a:ext cx="141846" cy="54864"/>
          </a:xfrm>
          <a:prstGeom prst="rect">
            <a:avLst/>
          </a:prstGeom>
          <a:solidFill>
            <a:srgbClr val="366FCE"/>
          </a:solidFill>
          <a:ln w="12700">
            <a:solidFill>
              <a:srgbClr val="36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9464040" y="2715768"/>
            <a:ext cx="141846" cy="54864"/>
          </a:xfrm>
          <a:prstGeom prst="rect">
            <a:avLst/>
          </a:prstGeom>
          <a:solidFill>
            <a:srgbClr val="336FCE"/>
          </a:solidFill>
          <a:ln w="12700">
            <a:solidFill>
              <a:srgbClr val="33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9604058" y="2715768"/>
            <a:ext cx="141846" cy="54864"/>
          </a:xfrm>
          <a:prstGeom prst="rect">
            <a:avLst/>
          </a:prstGeom>
          <a:solidFill>
            <a:srgbClr val="2F70CF"/>
          </a:solidFill>
          <a:ln w="12700">
            <a:solidFill>
              <a:srgbClr val="2F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9744075" y="2715768"/>
            <a:ext cx="141846" cy="54864"/>
          </a:xfrm>
          <a:prstGeom prst="rect">
            <a:avLst/>
          </a:prstGeom>
          <a:solidFill>
            <a:srgbClr val="2C70CF"/>
          </a:solidFill>
          <a:ln w="12700">
            <a:solidFill>
              <a:srgbClr val="2C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9884093" y="2715768"/>
            <a:ext cx="141846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0024110" y="2715768"/>
            <a:ext cx="141846" cy="54864"/>
          </a:xfrm>
          <a:prstGeom prst="rect">
            <a:avLst/>
          </a:prstGeom>
          <a:solidFill>
            <a:srgbClr val="2572D0"/>
          </a:solidFill>
          <a:ln w="12700">
            <a:solidFill>
              <a:srgbClr val="25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0164128" y="2715768"/>
            <a:ext cx="141846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0304145" y="2715768"/>
            <a:ext cx="141846" cy="54864"/>
          </a:xfrm>
          <a:prstGeom prst="rect">
            <a:avLst/>
          </a:prstGeom>
          <a:solidFill>
            <a:srgbClr val="1F73D1"/>
          </a:solidFill>
          <a:ln w="12700">
            <a:solidFill>
              <a:srgbClr val="1F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0444163" y="2715768"/>
            <a:ext cx="141846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10584180" y="2715768"/>
            <a:ext cx="141846" cy="54864"/>
          </a:xfrm>
          <a:prstGeom prst="rect">
            <a:avLst/>
          </a:prstGeom>
          <a:solidFill>
            <a:srgbClr val="1874D1"/>
          </a:solidFill>
          <a:ln w="12700">
            <a:solidFill>
              <a:srgbClr val="187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10724198" y="2715768"/>
            <a:ext cx="141846" cy="54864"/>
          </a:xfrm>
          <a:prstGeom prst="rect">
            <a:avLst/>
          </a:prstGeom>
          <a:solidFill>
            <a:srgbClr val="1475D2"/>
          </a:solidFill>
          <a:ln w="12700">
            <a:solidFill>
              <a:srgbClr val="147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10864215" y="2715768"/>
            <a:ext cx="141846" cy="54864"/>
          </a:xfrm>
          <a:prstGeom prst="rect">
            <a:avLst/>
          </a:prstGeom>
          <a:solidFill>
            <a:srgbClr val="1175D2"/>
          </a:solidFill>
          <a:ln w="12700">
            <a:solidFill>
              <a:srgbClr val="117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11004233" y="2715768"/>
            <a:ext cx="141846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11144250" y="2715768"/>
            <a:ext cx="141846" cy="54864"/>
          </a:xfrm>
          <a:prstGeom prst="rect">
            <a:avLst/>
          </a:prstGeom>
          <a:solidFill>
            <a:srgbClr val="0A76D3"/>
          </a:solidFill>
          <a:ln w="12700">
            <a:solidFill>
              <a:srgbClr val="0A7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11284268" y="2715768"/>
            <a:ext cx="141846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424285" y="2715768"/>
            <a:ext cx="141846" cy="54864"/>
          </a:xfrm>
          <a:prstGeom prst="rect">
            <a:avLst/>
          </a:prstGeom>
          <a:solidFill>
            <a:srgbClr val="0377D4"/>
          </a:solidFill>
          <a:ln w="12700">
            <a:solidFill>
              <a:srgbClr val="03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1564303" y="2715768"/>
            <a:ext cx="14184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Text 342"/>
          <p:cNvSpPr/>
          <p:nvPr/>
        </p:nvSpPr>
        <p:spPr>
          <a:xfrm>
            <a:off x="6016828" y="2450592"/>
            <a:ext cx="422193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6366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Immutability Contract — AI Cannot Alter Deterministic Results</a:t>
            </a:r>
            <a:endParaRPr lang="en-US" sz="1100" dirty="0"/>
          </a:p>
        </p:txBody>
      </p:sp>
      <p:sp>
        <p:nvSpPr>
          <p:cNvPr id="345" name="Shape 343"/>
          <p:cNvSpPr/>
          <p:nvPr/>
        </p:nvSpPr>
        <p:spPr>
          <a:xfrm>
            <a:off x="6099047" y="2532888"/>
            <a:ext cx="6401" cy="182880"/>
          </a:xfrm>
          <a:prstGeom prst="line">
            <a:avLst/>
          </a:prstGeom>
          <a:noFill/>
          <a:ln w="19050">
            <a:solidFill>
              <a:srgbClr val="8661C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543682" y="2944368"/>
            <a:ext cx="2439853" cy="2011680"/>
          </a:xfrm>
          <a:prstGeom prst="roundRect">
            <a:avLst>
              <a:gd name="adj" fmla="val 5455"/>
            </a:avLst>
          </a:prstGeom>
          <a:solidFill>
            <a:srgbClr val="EBF3FF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576072" y="2944368"/>
            <a:ext cx="61036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635279" y="2944368"/>
            <a:ext cx="61036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694487" y="2944368"/>
            <a:ext cx="61036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753694" y="2944368"/>
            <a:ext cx="61036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812902" y="2944368"/>
            <a:ext cx="61036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872109" y="2944368"/>
            <a:ext cx="61036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931316" y="2944368"/>
            <a:ext cx="61036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990524" y="2944368"/>
            <a:ext cx="61036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049731" y="2944368"/>
            <a:ext cx="61036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1108939" y="2944368"/>
            <a:ext cx="61036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1168146" y="2944368"/>
            <a:ext cx="61036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1227353" y="2944368"/>
            <a:ext cx="61036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1286561" y="2944368"/>
            <a:ext cx="61036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1345768" y="2944368"/>
            <a:ext cx="61036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1404976" y="2944368"/>
            <a:ext cx="61036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1464183" y="2944368"/>
            <a:ext cx="61036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1523390" y="2944368"/>
            <a:ext cx="61036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1582598" y="2944368"/>
            <a:ext cx="61036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1641805" y="2944368"/>
            <a:ext cx="61036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1701013" y="2944368"/>
            <a:ext cx="61036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1760220" y="2944368"/>
            <a:ext cx="61036" cy="54864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1819427" y="2944368"/>
            <a:ext cx="61036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878635" y="2944368"/>
            <a:ext cx="61036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937842" y="2944368"/>
            <a:ext cx="61036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997050" y="2944368"/>
            <a:ext cx="61036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2056257" y="2944368"/>
            <a:ext cx="61036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2115464" y="2944368"/>
            <a:ext cx="61036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2174672" y="2944368"/>
            <a:ext cx="61036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2233879" y="2944368"/>
            <a:ext cx="61036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2293087" y="2944368"/>
            <a:ext cx="61036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2352294" y="2944368"/>
            <a:ext cx="61036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2411501" y="2944368"/>
            <a:ext cx="61036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2470709" y="2944368"/>
            <a:ext cx="61036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2529916" y="2944368"/>
            <a:ext cx="61036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2589124" y="2944368"/>
            <a:ext cx="61036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2648331" y="2944368"/>
            <a:ext cx="61036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2707538" y="2944368"/>
            <a:ext cx="61036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2766746" y="2944368"/>
            <a:ext cx="61036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2825953" y="2944368"/>
            <a:ext cx="61036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2885161" y="2944368"/>
            <a:ext cx="6103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640080" y="3072384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Text 386"/>
          <p:cNvSpPr/>
          <p:nvPr/>
        </p:nvSpPr>
        <p:spPr>
          <a:xfrm>
            <a:off x="640080" y="30723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</a:t>
            </a:r>
            <a:endParaRPr lang="en-US" sz="1000" dirty="0"/>
          </a:p>
        </p:txBody>
      </p:sp>
      <p:sp>
        <p:nvSpPr>
          <p:cNvPr id="389" name="Text 387"/>
          <p:cNvSpPr/>
          <p:nvPr/>
        </p:nvSpPr>
        <p:spPr>
          <a:xfrm>
            <a:off x="667512" y="3383280"/>
            <a:ext cx="2185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Environment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(Read‑Only)</a:t>
            </a:r>
            <a:endParaRPr lang="en-US" sz="1300" dirty="0"/>
          </a:p>
        </p:txBody>
      </p:sp>
      <p:sp>
        <p:nvSpPr>
          <p:cNvPr id="390" name="Text 388"/>
          <p:cNvSpPr/>
          <p:nvPr/>
        </p:nvSpPr>
        <p:spPr>
          <a:xfrm>
            <a:off x="704088" y="3840480"/>
            <a:ext cx="21122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Management Groups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Subscriptions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 Policy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Defender for Cloud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Resource Graph</a:t>
            </a:r>
            <a:endParaRPr lang="en-US" sz="1100" dirty="0"/>
          </a:p>
        </p:txBody>
      </p:sp>
      <p:sp>
        <p:nvSpPr>
          <p:cNvPr id="391" name="Text 389"/>
          <p:cNvSpPr/>
          <p:nvPr/>
        </p:nvSpPr>
        <p:spPr>
          <a:xfrm>
            <a:off x="502920" y="499262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enforced • Read‑only API access</a:t>
            </a:r>
            <a:endParaRPr lang="en-US" sz="900" dirty="0"/>
          </a:p>
        </p:txBody>
      </p:sp>
      <p:sp>
        <p:nvSpPr>
          <p:cNvPr id="392" name="Shape 390"/>
          <p:cNvSpPr/>
          <p:nvPr/>
        </p:nvSpPr>
        <p:spPr>
          <a:xfrm>
            <a:off x="3017520" y="3950208"/>
            <a:ext cx="3200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3" name="Text 391"/>
          <p:cNvSpPr/>
          <p:nvPr/>
        </p:nvSpPr>
        <p:spPr>
          <a:xfrm>
            <a:off x="2931197" y="3584448"/>
            <a:ext cx="49959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Read‑only</a:t>
            </a:r>
            <a:endParaRPr lang="en-US" sz="800" b="1" dirty="0"/>
          </a:p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</a:t>
            </a:r>
            <a:endParaRPr lang="en-US" sz="800" b="1" dirty="0"/>
          </a:p>
        </p:txBody>
      </p:sp>
      <p:sp>
        <p:nvSpPr>
          <p:cNvPr id="394" name="Shape 392"/>
          <p:cNvSpPr/>
          <p:nvPr/>
        </p:nvSpPr>
        <p:spPr>
          <a:xfrm>
            <a:off x="3386582" y="2852928"/>
            <a:ext cx="5025898" cy="2194560"/>
          </a:xfrm>
          <a:prstGeom prst="roundRect">
            <a:avLst>
              <a:gd name="adj" fmla="val 5000"/>
            </a:avLst>
          </a:prstGeom>
          <a:solidFill>
            <a:srgbClr val="EBF5EE"/>
          </a:solidFill>
          <a:ln w="254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3"/>
          <p:cNvSpPr/>
          <p:nvPr/>
        </p:nvSpPr>
        <p:spPr>
          <a:xfrm>
            <a:off x="3410712" y="2852928"/>
            <a:ext cx="125044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4"/>
          <p:cNvSpPr/>
          <p:nvPr/>
        </p:nvSpPr>
        <p:spPr>
          <a:xfrm>
            <a:off x="3533927" y="2852928"/>
            <a:ext cx="125044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5"/>
          <p:cNvSpPr/>
          <p:nvPr/>
        </p:nvSpPr>
        <p:spPr>
          <a:xfrm>
            <a:off x="3657143" y="2852928"/>
            <a:ext cx="125044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6"/>
          <p:cNvSpPr/>
          <p:nvPr/>
        </p:nvSpPr>
        <p:spPr>
          <a:xfrm>
            <a:off x="3780358" y="2852928"/>
            <a:ext cx="125044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7"/>
          <p:cNvSpPr/>
          <p:nvPr/>
        </p:nvSpPr>
        <p:spPr>
          <a:xfrm>
            <a:off x="3903574" y="2852928"/>
            <a:ext cx="125044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8"/>
          <p:cNvSpPr/>
          <p:nvPr/>
        </p:nvSpPr>
        <p:spPr>
          <a:xfrm>
            <a:off x="4026789" y="2852928"/>
            <a:ext cx="125044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4150004" y="2852928"/>
            <a:ext cx="125044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400"/>
          <p:cNvSpPr/>
          <p:nvPr/>
        </p:nvSpPr>
        <p:spPr>
          <a:xfrm>
            <a:off x="4273220" y="2852928"/>
            <a:ext cx="125044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401"/>
          <p:cNvSpPr/>
          <p:nvPr/>
        </p:nvSpPr>
        <p:spPr>
          <a:xfrm>
            <a:off x="4396435" y="2852928"/>
            <a:ext cx="125044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402"/>
          <p:cNvSpPr/>
          <p:nvPr/>
        </p:nvSpPr>
        <p:spPr>
          <a:xfrm>
            <a:off x="4519651" y="2852928"/>
            <a:ext cx="125044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3"/>
          <p:cNvSpPr/>
          <p:nvPr/>
        </p:nvSpPr>
        <p:spPr>
          <a:xfrm>
            <a:off x="4642866" y="2852928"/>
            <a:ext cx="125044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404"/>
          <p:cNvSpPr/>
          <p:nvPr/>
        </p:nvSpPr>
        <p:spPr>
          <a:xfrm>
            <a:off x="4766081" y="2852928"/>
            <a:ext cx="125044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405"/>
          <p:cNvSpPr/>
          <p:nvPr/>
        </p:nvSpPr>
        <p:spPr>
          <a:xfrm>
            <a:off x="4889297" y="2852928"/>
            <a:ext cx="125044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6"/>
          <p:cNvSpPr/>
          <p:nvPr/>
        </p:nvSpPr>
        <p:spPr>
          <a:xfrm>
            <a:off x="5012512" y="2852928"/>
            <a:ext cx="125044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407"/>
          <p:cNvSpPr/>
          <p:nvPr/>
        </p:nvSpPr>
        <p:spPr>
          <a:xfrm>
            <a:off x="5135728" y="2852928"/>
            <a:ext cx="125044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408"/>
          <p:cNvSpPr/>
          <p:nvPr/>
        </p:nvSpPr>
        <p:spPr>
          <a:xfrm>
            <a:off x="5258943" y="2852928"/>
            <a:ext cx="125044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09"/>
          <p:cNvSpPr/>
          <p:nvPr/>
        </p:nvSpPr>
        <p:spPr>
          <a:xfrm>
            <a:off x="5382158" y="2852928"/>
            <a:ext cx="125044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410"/>
          <p:cNvSpPr/>
          <p:nvPr/>
        </p:nvSpPr>
        <p:spPr>
          <a:xfrm>
            <a:off x="5505374" y="2852928"/>
            <a:ext cx="125044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411"/>
          <p:cNvSpPr/>
          <p:nvPr/>
        </p:nvSpPr>
        <p:spPr>
          <a:xfrm>
            <a:off x="5628589" y="2852928"/>
            <a:ext cx="125044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12"/>
          <p:cNvSpPr/>
          <p:nvPr/>
        </p:nvSpPr>
        <p:spPr>
          <a:xfrm>
            <a:off x="5751805" y="2852928"/>
            <a:ext cx="125044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413"/>
          <p:cNvSpPr/>
          <p:nvPr/>
        </p:nvSpPr>
        <p:spPr>
          <a:xfrm>
            <a:off x="5875020" y="2852928"/>
            <a:ext cx="125044" cy="54864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414"/>
          <p:cNvSpPr/>
          <p:nvPr/>
        </p:nvSpPr>
        <p:spPr>
          <a:xfrm>
            <a:off x="5998235" y="2852928"/>
            <a:ext cx="125044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415"/>
          <p:cNvSpPr/>
          <p:nvPr/>
        </p:nvSpPr>
        <p:spPr>
          <a:xfrm>
            <a:off x="6121451" y="2852928"/>
            <a:ext cx="125044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6"/>
          <p:cNvSpPr/>
          <p:nvPr/>
        </p:nvSpPr>
        <p:spPr>
          <a:xfrm>
            <a:off x="6244666" y="2852928"/>
            <a:ext cx="125044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417"/>
          <p:cNvSpPr/>
          <p:nvPr/>
        </p:nvSpPr>
        <p:spPr>
          <a:xfrm>
            <a:off x="6367882" y="2852928"/>
            <a:ext cx="125044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18"/>
          <p:cNvSpPr/>
          <p:nvPr/>
        </p:nvSpPr>
        <p:spPr>
          <a:xfrm>
            <a:off x="6491097" y="2852928"/>
            <a:ext cx="125044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9"/>
          <p:cNvSpPr/>
          <p:nvPr/>
        </p:nvSpPr>
        <p:spPr>
          <a:xfrm>
            <a:off x="6614312" y="2852928"/>
            <a:ext cx="125044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20"/>
          <p:cNvSpPr/>
          <p:nvPr/>
        </p:nvSpPr>
        <p:spPr>
          <a:xfrm>
            <a:off x="6737528" y="2852928"/>
            <a:ext cx="125044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21"/>
          <p:cNvSpPr/>
          <p:nvPr/>
        </p:nvSpPr>
        <p:spPr>
          <a:xfrm>
            <a:off x="6860743" y="2852928"/>
            <a:ext cx="125044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22"/>
          <p:cNvSpPr/>
          <p:nvPr/>
        </p:nvSpPr>
        <p:spPr>
          <a:xfrm>
            <a:off x="6983959" y="2852928"/>
            <a:ext cx="125044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3"/>
          <p:cNvSpPr/>
          <p:nvPr/>
        </p:nvSpPr>
        <p:spPr>
          <a:xfrm>
            <a:off x="7107174" y="2852928"/>
            <a:ext cx="125044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4"/>
          <p:cNvSpPr/>
          <p:nvPr/>
        </p:nvSpPr>
        <p:spPr>
          <a:xfrm>
            <a:off x="7230389" y="2852928"/>
            <a:ext cx="125044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5"/>
          <p:cNvSpPr/>
          <p:nvPr/>
        </p:nvSpPr>
        <p:spPr>
          <a:xfrm>
            <a:off x="7353605" y="2852928"/>
            <a:ext cx="125044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426"/>
          <p:cNvSpPr/>
          <p:nvPr/>
        </p:nvSpPr>
        <p:spPr>
          <a:xfrm>
            <a:off x="7476820" y="2852928"/>
            <a:ext cx="125044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7"/>
          <p:cNvSpPr/>
          <p:nvPr/>
        </p:nvSpPr>
        <p:spPr>
          <a:xfrm>
            <a:off x="7600036" y="2852928"/>
            <a:ext cx="125044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28"/>
          <p:cNvSpPr/>
          <p:nvPr/>
        </p:nvSpPr>
        <p:spPr>
          <a:xfrm>
            <a:off x="7723251" y="2852928"/>
            <a:ext cx="125044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 429"/>
          <p:cNvSpPr/>
          <p:nvPr/>
        </p:nvSpPr>
        <p:spPr>
          <a:xfrm>
            <a:off x="7846466" y="2852928"/>
            <a:ext cx="125044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430"/>
          <p:cNvSpPr/>
          <p:nvPr/>
        </p:nvSpPr>
        <p:spPr>
          <a:xfrm>
            <a:off x="7969682" y="2852928"/>
            <a:ext cx="125044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431"/>
          <p:cNvSpPr/>
          <p:nvPr/>
        </p:nvSpPr>
        <p:spPr>
          <a:xfrm>
            <a:off x="8092897" y="2852928"/>
            <a:ext cx="125044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432"/>
          <p:cNvSpPr/>
          <p:nvPr/>
        </p:nvSpPr>
        <p:spPr>
          <a:xfrm>
            <a:off x="8216113" y="2852928"/>
            <a:ext cx="125044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433"/>
          <p:cNvSpPr/>
          <p:nvPr/>
        </p:nvSpPr>
        <p:spPr>
          <a:xfrm>
            <a:off x="3502152" y="2980944"/>
            <a:ext cx="2112264" cy="274320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Text 434"/>
          <p:cNvSpPr/>
          <p:nvPr/>
        </p:nvSpPr>
        <p:spPr>
          <a:xfrm>
            <a:off x="3502152" y="2980944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AUTHORITATIVE</a:t>
            </a:r>
            <a:endParaRPr lang="en-US" sz="1000" dirty="0"/>
          </a:p>
        </p:txBody>
      </p:sp>
      <p:sp>
        <p:nvSpPr>
          <p:cNvPr id="437" name="Text 435"/>
          <p:cNvSpPr/>
          <p:nvPr/>
        </p:nvSpPr>
        <p:spPr>
          <a:xfrm>
            <a:off x="3520440" y="32918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Deterministic ALZ Governance Engine</a:t>
            </a:r>
            <a:endParaRPr lang="en-US" sz="1500" dirty="0"/>
          </a:p>
        </p:txBody>
      </p:sp>
      <p:sp>
        <p:nvSpPr>
          <p:cNvPr id="438" name="Text 436"/>
          <p:cNvSpPr/>
          <p:nvPr/>
        </p:nvSpPr>
        <p:spPr>
          <a:xfrm>
            <a:off x="3566160" y="360273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Read-only Collectors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Control Evaluators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Weighted Scoring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Delta Computation</a:t>
            </a:r>
            <a:endParaRPr lang="en-US" sz="1100" dirty="0"/>
          </a:p>
        </p:txBody>
      </p:sp>
      <p:sp>
        <p:nvSpPr>
          <p:cNvPr id="439" name="Text 437"/>
          <p:cNvSpPr/>
          <p:nvPr/>
        </p:nvSpPr>
        <p:spPr>
          <a:xfrm>
            <a:off x="5852160" y="360273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Dependency Graph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Drift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Risk Impact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Maturity Trajectory</a:t>
            </a:r>
            <a:endParaRPr lang="en-US" sz="1100" dirty="0"/>
          </a:p>
        </p:txBody>
      </p:sp>
      <p:sp>
        <p:nvSpPr>
          <p:cNvPr id="440" name="Text 438"/>
          <p:cNvSpPr/>
          <p:nvPr/>
        </p:nvSpPr>
        <p:spPr>
          <a:xfrm>
            <a:off x="3337560" y="5084064"/>
            <a:ext cx="5074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5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Authoritative — AI cannot modify this layer</a:t>
            </a:r>
            <a:endParaRPr lang="en-US" sz="900" dirty="0"/>
          </a:p>
        </p:txBody>
      </p:sp>
      <p:sp>
        <p:nvSpPr>
          <p:cNvPr id="441" name="Shape 439"/>
          <p:cNvSpPr/>
          <p:nvPr/>
        </p:nvSpPr>
        <p:spPr>
          <a:xfrm>
            <a:off x="8732520" y="2944368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FF5EB"/>
          </a:solidFill>
          <a:ln w="254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40"/>
          <p:cNvSpPr/>
          <p:nvPr/>
        </p:nvSpPr>
        <p:spPr>
          <a:xfrm>
            <a:off x="8805672" y="2944368"/>
            <a:ext cx="72466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Shape 441"/>
          <p:cNvSpPr/>
          <p:nvPr/>
        </p:nvSpPr>
        <p:spPr>
          <a:xfrm>
            <a:off x="8876309" y="2944368"/>
            <a:ext cx="72466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Shape 442"/>
          <p:cNvSpPr/>
          <p:nvPr/>
        </p:nvSpPr>
        <p:spPr>
          <a:xfrm>
            <a:off x="8946947" y="2944368"/>
            <a:ext cx="72466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Shape 443"/>
          <p:cNvSpPr/>
          <p:nvPr/>
        </p:nvSpPr>
        <p:spPr>
          <a:xfrm>
            <a:off x="9017584" y="2944368"/>
            <a:ext cx="72466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Shape 444"/>
          <p:cNvSpPr/>
          <p:nvPr/>
        </p:nvSpPr>
        <p:spPr>
          <a:xfrm>
            <a:off x="9088222" y="2944368"/>
            <a:ext cx="72466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445"/>
          <p:cNvSpPr/>
          <p:nvPr/>
        </p:nvSpPr>
        <p:spPr>
          <a:xfrm>
            <a:off x="9158859" y="2944368"/>
            <a:ext cx="72466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446"/>
          <p:cNvSpPr/>
          <p:nvPr/>
        </p:nvSpPr>
        <p:spPr>
          <a:xfrm>
            <a:off x="9229496" y="2944368"/>
            <a:ext cx="72466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Shape 447"/>
          <p:cNvSpPr/>
          <p:nvPr/>
        </p:nvSpPr>
        <p:spPr>
          <a:xfrm>
            <a:off x="9300134" y="2944368"/>
            <a:ext cx="72466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Shape 448"/>
          <p:cNvSpPr/>
          <p:nvPr/>
        </p:nvSpPr>
        <p:spPr>
          <a:xfrm>
            <a:off x="9370771" y="2944368"/>
            <a:ext cx="72466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Shape 449"/>
          <p:cNvSpPr/>
          <p:nvPr/>
        </p:nvSpPr>
        <p:spPr>
          <a:xfrm>
            <a:off x="9441409" y="2944368"/>
            <a:ext cx="72466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Shape 450"/>
          <p:cNvSpPr/>
          <p:nvPr/>
        </p:nvSpPr>
        <p:spPr>
          <a:xfrm>
            <a:off x="9512046" y="2944368"/>
            <a:ext cx="72466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451"/>
          <p:cNvSpPr/>
          <p:nvPr/>
        </p:nvSpPr>
        <p:spPr>
          <a:xfrm>
            <a:off x="9582683" y="2944368"/>
            <a:ext cx="72466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452"/>
          <p:cNvSpPr/>
          <p:nvPr/>
        </p:nvSpPr>
        <p:spPr>
          <a:xfrm>
            <a:off x="9653321" y="2944368"/>
            <a:ext cx="72466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453"/>
          <p:cNvSpPr/>
          <p:nvPr/>
        </p:nvSpPr>
        <p:spPr>
          <a:xfrm>
            <a:off x="9723958" y="2944368"/>
            <a:ext cx="72466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Shape 454"/>
          <p:cNvSpPr/>
          <p:nvPr/>
        </p:nvSpPr>
        <p:spPr>
          <a:xfrm>
            <a:off x="9794596" y="2944368"/>
            <a:ext cx="72466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455"/>
          <p:cNvSpPr/>
          <p:nvPr/>
        </p:nvSpPr>
        <p:spPr>
          <a:xfrm>
            <a:off x="9865233" y="2944368"/>
            <a:ext cx="72466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456"/>
          <p:cNvSpPr/>
          <p:nvPr/>
        </p:nvSpPr>
        <p:spPr>
          <a:xfrm>
            <a:off x="9935870" y="2944368"/>
            <a:ext cx="72466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457"/>
          <p:cNvSpPr/>
          <p:nvPr/>
        </p:nvSpPr>
        <p:spPr>
          <a:xfrm>
            <a:off x="10006508" y="2944368"/>
            <a:ext cx="72466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Shape 458"/>
          <p:cNvSpPr/>
          <p:nvPr/>
        </p:nvSpPr>
        <p:spPr>
          <a:xfrm>
            <a:off x="10077145" y="2944368"/>
            <a:ext cx="72466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1" name="Shape 459"/>
          <p:cNvSpPr/>
          <p:nvPr/>
        </p:nvSpPr>
        <p:spPr>
          <a:xfrm>
            <a:off x="10147783" y="2944368"/>
            <a:ext cx="72466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Shape 460"/>
          <p:cNvSpPr/>
          <p:nvPr/>
        </p:nvSpPr>
        <p:spPr>
          <a:xfrm>
            <a:off x="10218420" y="2944368"/>
            <a:ext cx="72466" cy="54864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Shape 461"/>
          <p:cNvSpPr/>
          <p:nvPr/>
        </p:nvSpPr>
        <p:spPr>
          <a:xfrm>
            <a:off x="10289057" y="2944368"/>
            <a:ext cx="72466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4" name="Shape 462"/>
          <p:cNvSpPr/>
          <p:nvPr/>
        </p:nvSpPr>
        <p:spPr>
          <a:xfrm>
            <a:off x="10359695" y="2944368"/>
            <a:ext cx="72466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5" name="Shape 463"/>
          <p:cNvSpPr/>
          <p:nvPr/>
        </p:nvSpPr>
        <p:spPr>
          <a:xfrm>
            <a:off x="10430332" y="2944368"/>
            <a:ext cx="72466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6" name="Shape 464"/>
          <p:cNvSpPr/>
          <p:nvPr/>
        </p:nvSpPr>
        <p:spPr>
          <a:xfrm>
            <a:off x="10500970" y="2944368"/>
            <a:ext cx="72466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7" name="Shape 465"/>
          <p:cNvSpPr/>
          <p:nvPr/>
        </p:nvSpPr>
        <p:spPr>
          <a:xfrm>
            <a:off x="10571607" y="2944368"/>
            <a:ext cx="72466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8" name="Shape 466"/>
          <p:cNvSpPr/>
          <p:nvPr/>
        </p:nvSpPr>
        <p:spPr>
          <a:xfrm>
            <a:off x="10642244" y="2944368"/>
            <a:ext cx="72466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9" name="Shape 467"/>
          <p:cNvSpPr/>
          <p:nvPr/>
        </p:nvSpPr>
        <p:spPr>
          <a:xfrm>
            <a:off x="10712882" y="2944368"/>
            <a:ext cx="72466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0" name="Shape 468"/>
          <p:cNvSpPr/>
          <p:nvPr/>
        </p:nvSpPr>
        <p:spPr>
          <a:xfrm>
            <a:off x="10783519" y="2944368"/>
            <a:ext cx="72466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1" name="Shape 469"/>
          <p:cNvSpPr/>
          <p:nvPr/>
        </p:nvSpPr>
        <p:spPr>
          <a:xfrm>
            <a:off x="10854157" y="2944368"/>
            <a:ext cx="72466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Shape 470"/>
          <p:cNvSpPr/>
          <p:nvPr/>
        </p:nvSpPr>
        <p:spPr>
          <a:xfrm>
            <a:off x="10924794" y="2944368"/>
            <a:ext cx="72466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3" name="Shape 471"/>
          <p:cNvSpPr/>
          <p:nvPr/>
        </p:nvSpPr>
        <p:spPr>
          <a:xfrm>
            <a:off x="10995431" y="2944368"/>
            <a:ext cx="72466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Shape 472"/>
          <p:cNvSpPr/>
          <p:nvPr/>
        </p:nvSpPr>
        <p:spPr>
          <a:xfrm>
            <a:off x="11066069" y="2944368"/>
            <a:ext cx="72466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5" name="Shape 473"/>
          <p:cNvSpPr/>
          <p:nvPr/>
        </p:nvSpPr>
        <p:spPr>
          <a:xfrm>
            <a:off x="11136706" y="2944368"/>
            <a:ext cx="72466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6" name="Shape 474"/>
          <p:cNvSpPr/>
          <p:nvPr/>
        </p:nvSpPr>
        <p:spPr>
          <a:xfrm>
            <a:off x="11207344" y="2944368"/>
            <a:ext cx="72466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7" name="Shape 475"/>
          <p:cNvSpPr/>
          <p:nvPr/>
        </p:nvSpPr>
        <p:spPr>
          <a:xfrm>
            <a:off x="11277981" y="2944368"/>
            <a:ext cx="72466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8" name="Shape 476"/>
          <p:cNvSpPr/>
          <p:nvPr/>
        </p:nvSpPr>
        <p:spPr>
          <a:xfrm>
            <a:off x="11348618" y="2944368"/>
            <a:ext cx="72466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9" name="Shape 477"/>
          <p:cNvSpPr/>
          <p:nvPr/>
        </p:nvSpPr>
        <p:spPr>
          <a:xfrm>
            <a:off x="11419256" y="2944368"/>
            <a:ext cx="72466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Shape 478"/>
          <p:cNvSpPr/>
          <p:nvPr/>
        </p:nvSpPr>
        <p:spPr>
          <a:xfrm>
            <a:off x="11489893" y="2944368"/>
            <a:ext cx="72466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Shape 479"/>
          <p:cNvSpPr/>
          <p:nvPr/>
        </p:nvSpPr>
        <p:spPr>
          <a:xfrm>
            <a:off x="11560531" y="2944368"/>
            <a:ext cx="7246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2" name="Shape 480"/>
          <p:cNvSpPr/>
          <p:nvPr/>
        </p:nvSpPr>
        <p:spPr>
          <a:xfrm>
            <a:off x="8869680" y="3072384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3" name="Text 481"/>
          <p:cNvSpPr/>
          <p:nvPr/>
        </p:nvSpPr>
        <p:spPr>
          <a:xfrm>
            <a:off x="8869680" y="3072384"/>
            <a:ext cx="1563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ADVISORY</a:t>
            </a:r>
            <a:endParaRPr lang="en-US" sz="1000" dirty="0"/>
          </a:p>
        </p:txBody>
      </p:sp>
      <p:sp>
        <p:nvSpPr>
          <p:cNvPr id="484" name="Text 482"/>
          <p:cNvSpPr/>
          <p:nvPr/>
        </p:nvSpPr>
        <p:spPr>
          <a:xfrm>
            <a:off x="8897112" y="3383280"/>
            <a:ext cx="2642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Enrichment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(Azure OpenAI / Foundry)</a:t>
            </a:r>
            <a:endParaRPr lang="en-US" sz="1200" dirty="0"/>
          </a:p>
        </p:txBody>
      </p:sp>
      <p:sp>
        <p:nvSpPr>
          <p:cNvPr id="485" name="Text 483"/>
          <p:cNvSpPr/>
          <p:nvPr/>
        </p:nvSpPr>
        <p:spPr>
          <a:xfrm>
            <a:off x="8933688" y="3877056"/>
            <a:ext cx="25694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Roadmap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Executive Brief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Implementation Decisions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Governance Intelligence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Target Architecture</a:t>
            </a:r>
            <a:endParaRPr lang="en-US" sz="1100" dirty="0"/>
          </a:p>
        </p:txBody>
      </p:sp>
      <p:sp>
        <p:nvSpPr>
          <p:cNvPr id="486" name="Text 484"/>
          <p:cNvSpPr/>
          <p:nvPr/>
        </p:nvSpPr>
        <p:spPr>
          <a:xfrm>
            <a:off x="8724072" y="4855464"/>
            <a:ext cx="2737714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6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Interpretation only • No scoring authority</a:t>
            </a:r>
            <a:endParaRPr lang="en-US" sz="900" dirty="0"/>
          </a:p>
        </p:txBody>
      </p:sp>
      <p:sp>
        <p:nvSpPr>
          <p:cNvPr id="487" name="Shape 485"/>
          <p:cNvSpPr/>
          <p:nvPr/>
        </p:nvSpPr>
        <p:spPr>
          <a:xfrm>
            <a:off x="8412480" y="3840480"/>
            <a:ext cx="320040" cy="0"/>
          </a:xfrm>
          <a:prstGeom prst="line">
            <a:avLst/>
          </a:prstGeom>
          <a:noFill/>
          <a:ln w="19050">
            <a:solidFill>
              <a:srgbClr val="E8912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8" name="Shape 486"/>
          <p:cNvSpPr/>
          <p:nvPr/>
        </p:nvSpPr>
        <p:spPr>
          <a:xfrm>
            <a:off x="8732520" y="5047488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25400">
            <a:solidFill>
              <a:srgbClr val="2A44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9" name="Shape 487"/>
          <p:cNvSpPr/>
          <p:nvPr/>
        </p:nvSpPr>
        <p:spPr>
          <a:xfrm>
            <a:off x="8805672" y="5047488"/>
            <a:ext cx="72466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0" name="Shape 488"/>
          <p:cNvSpPr/>
          <p:nvPr/>
        </p:nvSpPr>
        <p:spPr>
          <a:xfrm>
            <a:off x="8876309" y="5047488"/>
            <a:ext cx="72466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1" name="Shape 489"/>
          <p:cNvSpPr/>
          <p:nvPr/>
        </p:nvSpPr>
        <p:spPr>
          <a:xfrm>
            <a:off x="8946947" y="5047488"/>
            <a:ext cx="72466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2" name="Shape 490"/>
          <p:cNvSpPr/>
          <p:nvPr/>
        </p:nvSpPr>
        <p:spPr>
          <a:xfrm>
            <a:off x="9017584" y="5047488"/>
            <a:ext cx="72466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3" name="Shape 491"/>
          <p:cNvSpPr/>
          <p:nvPr/>
        </p:nvSpPr>
        <p:spPr>
          <a:xfrm>
            <a:off x="9088222" y="5047488"/>
            <a:ext cx="72466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4" name="Shape 492"/>
          <p:cNvSpPr/>
          <p:nvPr/>
        </p:nvSpPr>
        <p:spPr>
          <a:xfrm>
            <a:off x="9158859" y="5047488"/>
            <a:ext cx="72466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5" name="Shape 493"/>
          <p:cNvSpPr/>
          <p:nvPr/>
        </p:nvSpPr>
        <p:spPr>
          <a:xfrm>
            <a:off x="9229496" y="5047488"/>
            <a:ext cx="72466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6" name="Shape 494"/>
          <p:cNvSpPr/>
          <p:nvPr/>
        </p:nvSpPr>
        <p:spPr>
          <a:xfrm>
            <a:off x="9300134" y="5047488"/>
            <a:ext cx="72466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7" name="Shape 495"/>
          <p:cNvSpPr/>
          <p:nvPr/>
        </p:nvSpPr>
        <p:spPr>
          <a:xfrm>
            <a:off x="9370771" y="5047488"/>
            <a:ext cx="72466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8" name="Shape 496"/>
          <p:cNvSpPr/>
          <p:nvPr/>
        </p:nvSpPr>
        <p:spPr>
          <a:xfrm>
            <a:off x="9441409" y="5047488"/>
            <a:ext cx="72466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9" name="Shape 497"/>
          <p:cNvSpPr/>
          <p:nvPr/>
        </p:nvSpPr>
        <p:spPr>
          <a:xfrm>
            <a:off x="9512046" y="5047488"/>
            <a:ext cx="72466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0" name="Shape 498"/>
          <p:cNvSpPr/>
          <p:nvPr/>
        </p:nvSpPr>
        <p:spPr>
          <a:xfrm>
            <a:off x="9582683" y="5047488"/>
            <a:ext cx="72466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1" name="Shape 499"/>
          <p:cNvSpPr/>
          <p:nvPr/>
        </p:nvSpPr>
        <p:spPr>
          <a:xfrm>
            <a:off x="9653321" y="5047488"/>
            <a:ext cx="72466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2" name="Shape 500"/>
          <p:cNvSpPr/>
          <p:nvPr/>
        </p:nvSpPr>
        <p:spPr>
          <a:xfrm>
            <a:off x="9723958" y="5047488"/>
            <a:ext cx="72466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3" name="Shape 501"/>
          <p:cNvSpPr/>
          <p:nvPr/>
        </p:nvSpPr>
        <p:spPr>
          <a:xfrm>
            <a:off x="9794596" y="5047488"/>
            <a:ext cx="72466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4" name="Shape 502"/>
          <p:cNvSpPr/>
          <p:nvPr/>
        </p:nvSpPr>
        <p:spPr>
          <a:xfrm>
            <a:off x="9865233" y="5047488"/>
            <a:ext cx="72466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5" name="Shape 503"/>
          <p:cNvSpPr/>
          <p:nvPr/>
        </p:nvSpPr>
        <p:spPr>
          <a:xfrm>
            <a:off x="9935870" y="5047488"/>
            <a:ext cx="72466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6" name="Shape 504"/>
          <p:cNvSpPr/>
          <p:nvPr/>
        </p:nvSpPr>
        <p:spPr>
          <a:xfrm>
            <a:off x="10006508" y="5047488"/>
            <a:ext cx="72466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7" name="Shape 505"/>
          <p:cNvSpPr/>
          <p:nvPr/>
        </p:nvSpPr>
        <p:spPr>
          <a:xfrm>
            <a:off x="10077145" y="5047488"/>
            <a:ext cx="72466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8" name="Shape 506"/>
          <p:cNvSpPr/>
          <p:nvPr/>
        </p:nvSpPr>
        <p:spPr>
          <a:xfrm>
            <a:off x="10147783" y="5047488"/>
            <a:ext cx="72466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9" name="Shape 507"/>
          <p:cNvSpPr/>
          <p:nvPr/>
        </p:nvSpPr>
        <p:spPr>
          <a:xfrm>
            <a:off x="10145573" y="5047488"/>
            <a:ext cx="183641" cy="64008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0" name="Shape 508"/>
          <p:cNvSpPr/>
          <p:nvPr/>
        </p:nvSpPr>
        <p:spPr>
          <a:xfrm>
            <a:off x="10289057" y="5047488"/>
            <a:ext cx="72466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1" name="Shape 509"/>
          <p:cNvSpPr/>
          <p:nvPr/>
        </p:nvSpPr>
        <p:spPr>
          <a:xfrm>
            <a:off x="10359695" y="5047488"/>
            <a:ext cx="72466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2" name="Shape 510"/>
          <p:cNvSpPr/>
          <p:nvPr/>
        </p:nvSpPr>
        <p:spPr>
          <a:xfrm>
            <a:off x="10430332" y="5047488"/>
            <a:ext cx="72466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3" name="Shape 511"/>
          <p:cNvSpPr/>
          <p:nvPr/>
        </p:nvSpPr>
        <p:spPr>
          <a:xfrm>
            <a:off x="10500970" y="5047488"/>
            <a:ext cx="72466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4" name="Shape 512"/>
          <p:cNvSpPr/>
          <p:nvPr/>
        </p:nvSpPr>
        <p:spPr>
          <a:xfrm>
            <a:off x="10571607" y="5047488"/>
            <a:ext cx="72466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5" name="Shape 513"/>
          <p:cNvSpPr/>
          <p:nvPr/>
        </p:nvSpPr>
        <p:spPr>
          <a:xfrm>
            <a:off x="10642244" y="5047488"/>
            <a:ext cx="72466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6" name="Shape 514"/>
          <p:cNvSpPr/>
          <p:nvPr/>
        </p:nvSpPr>
        <p:spPr>
          <a:xfrm>
            <a:off x="10712882" y="5047488"/>
            <a:ext cx="72466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7" name="Shape 515"/>
          <p:cNvSpPr/>
          <p:nvPr/>
        </p:nvSpPr>
        <p:spPr>
          <a:xfrm>
            <a:off x="10783519" y="5047488"/>
            <a:ext cx="72466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8" name="Shape 516"/>
          <p:cNvSpPr/>
          <p:nvPr/>
        </p:nvSpPr>
        <p:spPr>
          <a:xfrm>
            <a:off x="10854157" y="5047488"/>
            <a:ext cx="72466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9" name="Shape 517"/>
          <p:cNvSpPr/>
          <p:nvPr/>
        </p:nvSpPr>
        <p:spPr>
          <a:xfrm>
            <a:off x="10924794" y="5047488"/>
            <a:ext cx="72466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0" name="Shape 518"/>
          <p:cNvSpPr/>
          <p:nvPr/>
        </p:nvSpPr>
        <p:spPr>
          <a:xfrm>
            <a:off x="10995431" y="5047488"/>
            <a:ext cx="72466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1" name="Shape 519"/>
          <p:cNvSpPr/>
          <p:nvPr/>
        </p:nvSpPr>
        <p:spPr>
          <a:xfrm>
            <a:off x="11066069" y="5047488"/>
            <a:ext cx="72466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2" name="Shape 520"/>
          <p:cNvSpPr/>
          <p:nvPr/>
        </p:nvSpPr>
        <p:spPr>
          <a:xfrm>
            <a:off x="11136706" y="5047488"/>
            <a:ext cx="72466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3" name="Shape 521"/>
          <p:cNvSpPr/>
          <p:nvPr/>
        </p:nvSpPr>
        <p:spPr>
          <a:xfrm>
            <a:off x="11207344" y="5047488"/>
            <a:ext cx="72466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4" name="Shape 522"/>
          <p:cNvSpPr/>
          <p:nvPr/>
        </p:nvSpPr>
        <p:spPr>
          <a:xfrm>
            <a:off x="11277981" y="5047488"/>
            <a:ext cx="72466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5" name="Shape 523"/>
          <p:cNvSpPr/>
          <p:nvPr/>
        </p:nvSpPr>
        <p:spPr>
          <a:xfrm>
            <a:off x="11348618" y="5047488"/>
            <a:ext cx="72466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6" name="Shape 524"/>
          <p:cNvSpPr/>
          <p:nvPr/>
        </p:nvSpPr>
        <p:spPr>
          <a:xfrm>
            <a:off x="11419256" y="5047488"/>
            <a:ext cx="72466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7" name="Shape 525"/>
          <p:cNvSpPr/>
          <p:nvPr/>
        </p:nvSpPr>
        <p:spPr>
          <a:xfrm>
            <a:off x="11489893" y="5047488"/>
            <a:ext cx="72466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8" name="Shape 526"/>
          <p:cNvSpPr/>
          <p:nvPr/>
        </p:nvSpPr>
        <p:spPr>
          <a:xfrm>
            <a:off x="11560531" y="5047488"/>
            <a:ext cx="7246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9" name="Shape 527"/>
          <p:cNvSpPr/>
          <p:nvPr/>
        </p:nvSpPr>
        <p:spPr>
          <a:xfrm>
            <a:off x="8869680" y="5175504"/>
            <a:ext cx="1453896" cy="274320"/>
          </a:xfrm>
          <a:prstGeom prst="roundRect">
            <a:avLst>
              <a:gd name="adj" fmla="val 50000"/>
            </a:avLst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0" name="Text 528"/>
          <p:cNvSpPr/>
          <p:nvPr/>
        </p:nvSpPr>
        <p:spPr>
          <a:xfrm>
            <a:off x="8869680" y="5175504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OUTPUTS</a:t>
            </a:r>
            <a:endParaRPr lang="en-US" sz="1000" dirty="0"/>
          </a:p>
        </p:txBody>
      </p:sp>
      <p:sp>
        <p:nvSpPr>
          <p:cNvPr id="531" name="Text 529"/>
          <p:cNvSpPr/>
          <p:nvPr/>
        </p:nvSpPr>
        <p:spPr>
          <a:xfrm>
            <a:off x="8897112" y="5486400"/>
            <a:ext cx="2642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Structured Outputs</a:t>
            </a:r>
            <a:endParaRPr lang="en-US" sz="1300" dirty="0"/>
          </a:p>
        </p:txBody>
      </p:sp>
      <p:sp>
        <p:nvSpPr>
          <p:cNvPr id="532" name="Text 530"/>
          <p:cNvSpPr/>
          <p:nvPr/>
        </p:nvSpPr>
        <p:spPr>
          <a:xfrm>
            <a:off x="8881224" y="5647985"/>
            <a:ext cx="256946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Executive Report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Excel CSA Workbook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JSON Artifact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Workshop Dialogue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CI/CD Posture Artifacts (GitHub Actions)</a:t>
            </a:r>
            <a:endParaRPr lang="en-US" sz="1050" dirty="0"/>
          </a:p>
        </p:txBody>
      </p:sp>
      <p:sp>
        <p:nvSpPr>
          <p:cNvPr id="533" name="Shape 531"/>
          <p:cNvSpPr/>
          <p:nvPr/>
        </p:nvSpPr>
        <p:spPr>
          <a:xfrm>
            <a:off x="10218420" y="5020056"/>
            <a:ext cx="0" cy="27432"/>
          </a:xfrm>
          <a:prstGeom prst="line">
            <a:avLst/>
          </a:prstGeom>
          <a:noFill/>
          <a:ln w="19050">
            <a:solidFill>
              <a:srgbClr val="2A446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4" name="Shape 532"/>
          <p:cNvSpPr/>
          <p:nvPr/>
        </p:nvSpPr>
        <p:spPr>
          <a:xfrm>
            <a:off x="502920" y="6510528"/>
            <a:ext cx="11201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5" name="Shape 533"/>
          <p:cNvSpPr/>
          <p:nvPr/>
        </p:nvSpPr>
        <p:spPr>
          <a:xfrm>
            <a:off x="594360" y="6510528"/>
            <a:ext cx="185471" cy="41148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6" name="Shape 534"/>
          <p:cNvSpPr/>
          <p:nvPr/>
        </p:nvSpPr>
        <p:spPr>
          <a:xfrm>
            <a:off x="778002" y="6510528"/>
            <a:ext cx="185471" cy="41148"/>
          </a:xfrm>
          <a:prstGeom prst="rect">
            <a:avLst/>
          </a:prstGeom>
          <a:solidFill>
            <a:srgbClr val="BE3CC4"/>
          </a:solidFill>
          <a:ln w="12700">
            <a:solidFill>
              <a:srgbClr val="BE3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7" name="Shape 535"/>
          <p:cNvSpPr/>
          <p:nvPr/>
        </p:nvSpPr>
        <p:spPr>
          <a:xfrm>
            <a:off x="961644" y="6510528"/>
            <a:ext cx="185471" cy="41148"/>
          </a:xfrm>
          <a:prstGeom prst="rect">
            <a:avLst/>
          </a:prstGeom>
          <a:solidFill>
            <a:srgbClr val="BC3EC4"/>
          </a:solidFill>
          <a:ln w="12700">
            <a:solidFill>
              <a:srgbClr val="BC3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8" name="Shape 536"/>
          <p:cNvSpPr/>
          <p:nvPr/>
        </p:nvSpPr>
        <p:spPr>
          <a:xfrm>
            <a:off x="1145286" y="6510528"/>
            <a:ext cx="185471" cy="41148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9" name="Shape 537"/>
          <p:cNvSpPr/>
          <p:nvPr/>
        </p:nvSpPr>
        <p:spPr>
          <a:xfrm>
            <a:off x="1328928" y="6510528"/>
            <a:ext cx="185471" cy="41148"/>
          </a:xfrm>
          <a:prstGeom prst="rect">
            <a:avLst/>
          </a:prstGeom>
          <a:solidFill>
            <a:srgbClr val="B840C4"/>
          </a:solidFill>
          <a:ln w="12700">
            <a:solidFill>
              <a:srgbClr val="B84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0" name="Shape 538"/>
          <p:cNvSpPr/>
          <p:nvPr/>
        </p:nvSpPr>
        <p:spPr>
          <a:xfrm>
            <a:off x="1512570" y="6510528"/>
            <a:ext cx="185471" cy="41148"/>
          </a:xfrm>
          <a:prstGeom prst="rect">
            <a:avLst/>
          </a:prstGeom>
          <a:solidFill>
            <a:srgbClr val="B641C4"/>
          </a:solidFill>
          <a:ln w="12700">
            <a:solidFill>
              <a:srgbClr val="B6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1" name="Shape 539"/>
          <p:cNvSpPr/>
          <p:nvPr/>
        </p:nvSpPr>
        <p:spPr>
          <a:xfrm>
            <a:off x="1696212" y="6510528"/>
            <a:ext cx="185471" cy="41148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2" name="Shape 540"/>
          <p:cNvSpPr/>
          <p:nvPr/>
        </p:nvSpPr>
        <p:spPr>
          <a:xfrm>
            <a:off x="1879854" y="6510528"/>
            <a:ext cx="185471" cy="41148"/>
          </a:xfrm>
          <a:prstGeom prst="rect">
            <a:avLst/>
          </a:prstGeom>
          <a:solidFill>
            <a:srgbClr val="B244C4"/>
          </a:solidFill>
          <a:ln w="12700">
            <a:solidFill>
              <a:srgbClr val="B24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3" name="Shape 541"/>
          <p:cNvSpPr/>
          <p:nvPr/>
        </p:nvSpPr>
        <p:spPr>
          <a:xfrm>
            <a:off x="2063496" y="6510528"/>
            <a:ext cx="185471" cy="41148"/>
          </a:xfrm>
          <a:prstGeom prst="rect">
            <a:avLst/>
          </a:prstGeom>
          <a:solidFill>
            <a:srgbClr val="B045C4"/>
          </a:solidFill>
          <a:ln w="12700">
            <a:solidFill>
              <a:srgbClr val="B0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4" name="Shape 542"/>
          <p:cNvSpPr/>
          <p:nvPr/>
        </p:nvSpPr>
        <p:spPr>
          <a:xfrm>
            <a:off x="2247138" y="6510528"/>
            <a:ext cx="185471" cy="41148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5" name="Shape 543"/>
          <p:cNvSpPr/>
          <p:nvPr/>
        </p:nvSpPr>
        <p:spPr>
          <a:xfrm>
            <a:off x="2430780" y="6510528"/>
            <a:ext cx="185471" cy="41148"/>
          </a:xfrm>
          <a:prstGeom prst="rect">
            <a:avLst/>
          </a:prstGeom>
          <a:solidFill>
            <a:srgbClr val="AC48C4"/>
          </a:solidFill>
          <a:ln w="12700">
            <a:solidFill>
              <a:srgbClr val="AC4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6" name="Shape 544"/>
          <p:cNvSpPr/>
          <p:nvPr/>
        </p:nvSpPr>
        <p:spPr>
          <a:xfrm>
            <a:off x="2614422" y="6510528"/>
            <a:ext cx="185471" cy="41148"/>
          </a:xfrm>
          <a:prstGeom prst="rect">
            <a:avLst/>
          </a:prstGeom>
          <a:solidFill>
            <a:srgbClr val="AA49C4"/>
          </a:solidFill>
          <a:ln w="12700">
            <a:solidFill>
              <a:srgbClr val="AA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7" name="Shape 545"/>
          <p:cNvSpPr/>
          <p:nvPr/>
        </p:nvSpPr>
        <p:spPr>
          <a:xfrm>
            <a:off x="2798064" y="6510528"/>
            <a:ext cx="185471" cy="41148"/>
          </a:xfrm>
          <a:prstGeom prst="rect">
            <a:avLst/>
          </a:prstGeom>
          <a:solidFill>
            <a:srgbClr val="A84AC4"/>
          </a:solidFill>
          <a:ln w="12700">
            <a:solidFill>
              <a:srgbClr val="A84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8" name="Shape 546"/>
          <p:cNvSpPr/>
          <p:nvPr/>
        </p:nvSpPr>
        <p:spPr>
          <a:xfrm>
            <a:off x="2981706" y="6510528"/>
            <a:ext cx="185471" cy="41148"/>
          </a:xfrm>
          <a:prstGeom prst="rect">
            <a:avLst/>
          </a:prstGeom>
          <a:solidFill>
            <a:srgbClr val="A64CC4"/>
          </a:solidFill>
          <a:ln w="12700">
            <a:solidFill>
              <a:srgbClr val="A64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9" name="Shape 547"/>
          <p:cNvSpPr/>
          <p:nvPr/>
        </p:nvSpPr>
        <p:spPr>
          <a:xfrm>
            <a:off x="3165348" y="6510528"/>
            <a:ext cx="185471" cy="41148"/>
          </a:xfrm>
          <a:prstGeom prst="rect">
            <a:avLst/>
          </a:prstGeom>
          <a:solidFill>
            <a:srgbClr val="A44DC4"/>
          </a:solidFill>
          <a:ln w="12700">
            <a:solidFill>
              <a:srgbClr val="A4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0" name="Shape 548"/>
          <p:cNvSpPr/>
          <p:nvPr/>
        </p:nvSpPr>
        <p:spPr>
          <a:xfrm>
            <a:off x="3348990" y="6510528"/>
            <a:ext cx="185471" cy="41148"/>
          </a:xfrm>
          <a:prstGeom prst="rect">
            <a:avLst/>
          </a:prstGeom>
          <a:solidFill>
            <a:srgbClr val="A34EC5"/>
          </a:solidFill>
          <a:ln w="12700">
            <a:solidFill>
              <a:srgbClr val="A3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1" name="Shape 549"/>
          <p:cNvSpPr/>
          <p:nvPr/>
        </p:nvSpPr>
        <p:spPr>
          <a:xfrm>
            <a:off x="3532632" y="6510528"/>
            <a:ext cx="185471" cy="41148"/>
          </a:xfrm>
          <a:prstGeom prst="rect">
            <a:avLst/>
          </a:prstGeom>
          <a:solidFill>
            <a:srgbClr val="A150C5"/>
          </a:solidFill>
          <a:ln w="12700">
            <a:solidFill>
              <a:srgbClr val="A1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2" name="Shape 550"/>
          <p:cNvSpPr/>
          <p:nvPr/>
        </p:nvSpPr>
        <p:spPr>
          <a:xfrm>
            <a:off x="3716274" y="6510528"/>
            <a:ext cx="185471" cy="41148"/>
          </a:xfrm>
          <a:prstGeom prst="rect">
            <a:avLst/>
          </a:prstGeom>
          <a:solidFill>
            <a:srgbClr val="9F51C5"/>
          </a:solidFill>
          <a:ln w="12700">
            <a:solidFill>
              <a:srgbClr val="9F5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3" name="Shape 551"/>
          <p:cNvSpPr/>
          <p:nvPr/>
        </p:nvSpPr>
        <p:spPr>
          <a:xfrm>
            <a:off x="3899916" y="6510528"/>
            <a:ext cx="185471" cy="41148"/>
          </a:xfrm>
          <a:prstGeom prst="rect">
            <a:avLst/>
          </a:prstGeom>
          <a:solidFill>
            <a:srgbClr val="9D52C5"/>
          </a:solidFill>
          <a:ln w="12700">
            <a:solidFill>
              <a:srgbClr val="9D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4" name="Shape 552"/>
          <p:cNvSpPr/>
          <p:nvPr/>
        </p:nvSpPr>
        <p:spPr>
          <a:xfrm>
            <a:off x="4083558" y="6510528"/>
            <a:ext cx="185471" cy="41148"/>
          </a:xfrm>
          <a:prstGeom prst="rect">
            <a:avLst/>
          </a:prstGeom>
          <a:solidFill>
            <a:srgbClr val="9B53C5"/>
          </a:solidFill>
          <a:ln w="12700">
            <a:solidFill>
              <a:srgbClr val="9B5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5" name="Shape 553"/>
          <p:cNvSpPr/>
          <p:nvPr/>
        </p:nvSpPr>
        <p:spPr>
          <a:xfrm>
            <a:off x="4267200" y="6510528"/>
            <a:ext cx="185471" cy="41148"/>
          </a:xfrm>
          <a:prstGeom prst="rect">
            <a:avLst/>
          </a:prstGeom>
          <a:solidFill>
            <a:srgbClr val="9955C5"/>
          </a:solidFill>
          <a:ln w="12700">
            <a:solidFill>
              <a:srgbClr val="995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6" name="Shape 554"/>
          <p:cNvSpPr/>
          <p:nvPr/>
        </p:nvSpPr>
        <p:spPr>
          <a:xfrm>
            <a:off x="4450842" y="6510528"/>
            <a:ext cx="185471" cy="41148"/>
          </a:xfrm>
          <a:prstGeom prst="rect">
            <a:avLst/>
          </a:prstGeom>
          <a:solidFill>
            <a:srgbClr val="9756C5"/>
          </a:solidFill>
          <a:ln w="12700">
            <a:solidFill>
              <a:srgbClr val="97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7" name="Shape 555"/>
          <p:cNvSpPr/>
          <p:nvPr/>
        </p:nvSpPr>
        <p:spPr>
          <a:xfrm>
            <a:off x="4634484" y="6510528"/>
            <a:ext cx="185471" cy="41148"/>
          </a:xfrm>
          <a:prstGeom prst="rect">
            <a:avLst/>
          </a:prstGeom>
          <a:solidFill>
            <a:srgbClr val="9557C5"/>
          </a:solidFill>
          <a:ln w="12700">
            <a:solidFill>
              <a:srgbClr val="95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8" name="Shape 556"/>
          <p:cNvSpPr/>
          <p:nvPr/>
        </p:nvSpPr>
        <p:spPr>
          <a:xfrm>
            <a:off x="4818126" y="6510528"/>
            <a:ext cx="185471" cy="41148"/>
          </a:xfrm>
          <a:prstGeom prst="rect">
            <a:avLst/>
          </a:prstGeom>
          <a:solidFill>
            <a:srgbClr val="9359C5"/>
          </a:solidFill>
          <a:ln w="12700">
            <a:solidFill>
              <a:srgbClr val="935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9" name="Shape 557"/>
          <p:cNvSpPr/>
          <p:nvPr/>
        </p:nvSpPr>
        <p:spPr>
          <a:xfrm>
            <a:off x="5001768" y="6510528"/>
            <a:ext cx="185471" cy="41148"/>
          </a:xfrm>
          <a:prstGeom prst="rect">
            <a:avLst/>
          </a:prstGeom>
          <a:solidFill>
            <a:srgbClr val="915AC5"/>
          </a:solidFill>
          <a:ln w="12700">
            <a:solidFill>
              <a:srgbClr val="91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0" name="Shape 558"/>
          <p:cNvSpPr/>
          <p:nvPr/>
        </p:nvSpPr>
        <p:spPr>
          <a:xfrm>
            <a:off x="5185410" y="6510528"/>
            <a:ext cx="185471" cy="41148"/>
          </a:xfrm>
          <a:prstGeom prst="rect">
            <a:avLst/>
          </a:prstGeom>
          <a:solidFill>
            <a:srgbClr val="8F5BC5"/>
          </a:solidFill>
          <a:ln w="12700">
            <a:solidFill>
              <a:srgbClr val="8F5B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1" name="Shape 559"/>
          <p:cNvSpPr/>
          <p:nvPr/>
        </p:nvSpPr>
        <p:spPr>
          <a:xfrm>
            <a:off x="5369052" y="6510528"/>
            <a:ext cx="185471" cy="41148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2" name="Shape 560"/>
          <p:cNvSpPr/>
          <p:nvPr/>
        </p:nvSpPr>
        <p:spPr>
          <a:xfrm>
            <a:off x="5552694" y="6510528"/>
            <a:ext cx="185471" cy="41148"/>
          </a:xfrm>
          <a:prstGeom prst="rect">
            <a:avLst/>
          </a:prstGeom>
          <a:solidFill>
            <a:srgbClr val="8B5EC5"/>
          </a:solidFill>
          <a:ln w="12700">
            <a:solidFill>
              <a:srgbClr val="8B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3" name="Shape 561"/>
          <p:cNvSpPr/>
          <p:nvPr/>
        </p:nvSpPr>
        <p:spPr>
          <a:xfrm>
            <a:off x="5736336" y="6510528"/>
            <a:ext cx="185471" cy="41148"/>
          </a:xfrm>
          <a:prstGeom prst="rect">
            <a:avLst/>
          </a:prstGeom>
          <a:solidFill>
            <a:srgbClr val="895FC5"/>
          </a:solidFill>
          <a:ln w="12700">
            <a:solidFill>
              <a:srgbClr val="895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4" name="Shape 562"/>
          <p:cNvSpPr/>
          <p:nvPr/>
        </p:nvSpPr>
        <p:spPr>
          <a:xfrm>
            <a:off x="5919978" y="6510528"/>
            <a:ext cx="185471" cy="41148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5" name="Shape 563"/>
          <p:cNvSpPr/>
          <p:nvPr/>
        </p:nvSpPr>
        <p:spPr>
          <a:xfrm>
            <a:off x="6103620" y="6510528"/>
            <a:ext cx="185471" cy="41148"/>
          </a:xfrm>
          <a:prstGeom prst="rect">
            <a:avLst/>
          </a:prstGeom>
          <a:solidFill>
            <a:srgbClr val="8461C5"/>
          </a:solidFill>
          <a:ln w="12700">
            <a:solidFill>
              <a:srgbClr val="84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6" name="Shape 564"/>
          <p:cNvSpPr/>
          <p:nvPr/>
        </p:nvSpPr>
        <p:spPr>
          <a:xfrm>
            <a:off x="6287262" y="6510528"/>
            <a:ext cx="185471" cy="41148"/>
          </a:xfrm>
          <a:prstGeom prst="rect">
            <a:avLst/>
          </a:prstGeom>
          <a:solidFill>
            <a:srgbClr val="7F62C6"/>
          </a:solidFill>
          <a:ln w="12700">
            <a:solidFill>
              <a:srgbClr val="7F6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7" name="Shape 565"/>
          <p:cNvSpPr/>
          <p:nvPr/>
        </p:nvSpPr>
        <p:spPr>
          <a:xfrm>
            <a:off x="6470904" y="6510528"/>
            <a:ext cx="185471" cy="41148"/>
          </a:xfrm>
          <a:prstGeom prst="rect">
            <a:avLst/>
          </a:prstGeom>
          <a:solidFill>
            <a:srgbClr val="7B63C6"/>
          </a:solidFill>
          <a:ln w="12700">
            <a:solidFill>
              <a:srgbClr val="7B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8" name="Shape 566"/>
          <p:cNvSpPr/>
          <p:nvPr/>
        </p:nvSpPr>
        <p:spPr>
          <a:xfrm>
            <a:off x="6654546" y="6510528"/>
            <a:ext cx="185471" cy="41148"/>
          </a:xfrm>
          <a:prstGeom prst="rect">
            <a:avLst/>
          </a:prstGeom>
          <a:solidFill>
            <a:srgbClr val="7664C7"/>
          </a:solidFill>
          <a:ln w="12700">
            <a:solidFill>
              <a:srgbClr val="76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9" name="Shape 567"/>
          <p:cNvSpPr/>
          <p:nvPr/>
        </p:nvSpPr>
        <p:spPr>
          <a:xfrm>
            <a:off x="6838188" y="6510528"/>
            <a:ext cx="185471" cy="41148"/>
          </a:xfrm>
          <a:prstGeom prst="rect">
            <a:avLst/>
          </a:prstGeom>
          <a:solidFill>
            <a:srgbClr val="7265C7"/>
          </a:solidFill>
          <a:ln w="12700">
            <a:solidFill>
              <a:srgbClr val="726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0" name="Shape 568"/>
          <p:cNvSpPr/>
          <p:nvPr/>
        </p:nvSpPr>
        <p:spPr>
          <a:xfrm>
            <a:off x="7021830" y="6510528"/>
            <a:ext cx="185471" cy="41148"/>
          </a:xfrm>
          <a:prstGeom prst="rect">
            <a:avLst/>
          </a:prstGeom>
          <a:solidFill>
            <a:srgbClr val="6D65C8"/>
          </a:solidFill>
          <a:ln w="12700">
            <a:solidFill>
              <a:srgbClr val="6D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1" name="Shape 569"/>
          <p:cNvSpPr/>
          <p:nvPr/>
        </p:nvSpPr>
        <p:spPr>
          <a:xfrm>
            <a:off x="7205472" y="6510528"/>
            <a:ext cx="185471" cy="41148"/>
          </a:xfrm>
          <a:prstGeom prst="rect">
            <a:avLst/>
          </a:prstGeom>
          <a:solidFill>
            <a:srgbClr val="6866C8"/>
          </a:solidFill>
          <a:ln w="12700">
            <a:solidFill>
              <a:srgbClr val="68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2" name="Shape 570"/>
          <p:cNvSpPr/>
          <p:nvPr/>
        </p:nvSpPr>
        <p:spPr>
          <a:xfrm>
            <a:off x="7389114" y="6510528"/>
            <a:ext cx="185471" cy="41148"/>
          </a:xfrm>
          <a:prstGeom prst="rect">
            <a:avLst/>
          </a:prstGeom>
          <a:solidFill>
            <a:srgbClr val="6467C9"/>
          </a:solidFill>
          <a:ln w="12700">
            <a:solidFill>
              <a:srgbClr val="64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3" name="Shape 571"/>
          <p:cNvSpPr/>
          <p:nvPr/>
        </p:nvSpPr>
        <p:spPr>
          <a:xfrm>
            <a:off x="7572756" y="6510528"/>
            <a:ext cx="185471" cy="41148"/>
          </a:xfrm>
          <a:prstGeom prst="rect">
            <a:avLst/>
          </a:prstGeom>
          <a:solidFill>
            <a:srgbClr val="5F68C9"/>
          </a:solidFill>
          <a:ln w="12700">
            <a:solidFill>
              <a:srgbClr val="5F6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4" name="Shape 572"/>
          <p:cNvSpPr/>
          <p:nvPr/>
        </p:nvSpPr>
        <p:spPr>
          <a:xfrm>
            <a:off x="7756398" y="6510528"/>
            <a:ext cx="185471" cy="41148"/>
          </a:xfrm>
          <a:prstGeom prst="rect">
            <a:avLst/>
          </a:prstGeom>
          <a:solidFill>
            <a:srgbClr val="5B68CA"/>
          </a:solidFill>
          <a:ln w="12700">
            <a:solidFill>
              <a:srgbClr val="5B6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5" name="Shape 573"/>
          <p:cNvSpPr/>
          <p:nvPr/>
        </p:nvSpPr>
        <p:spPr>
          <a:xfrm>
            <a:off x="7940040" y="6510528"/>
            <a:ext cx="185471" cy="41148"/>
          </a:xfrm>
          <a:prstGeom prst="rect">
            <a:avLst/>
          </a:prstGeom>
          <a:solidFill>
            <a:srgbClr val="5669CA"/>
          </a:solidFill>
          <a:ln w="12700">
            <a:solidFill>
              <a:srgbClr val="56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6" name="Shape 574"/>
          <p:cNvSpPr/>
          <p:nvPr/>
        </p:nvSpPr>
        <p:spPr>
          <a:xfrm>
            <a:off x="8123682" y="6510528"/>
            <a:ext cx="185471" cy="41148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7" name="Shape 575"/>
          <p:cNvSpPr/>
          <p:nvPr/>
        </p:nvSpPr>
        <p:spPr>
          <a:xfrm>
            <a:off x="8307324" y="6510528"/>
            <a:ext cx="185471" cy="41148"/>
          </a:xfrm>
          <a:prstGeom prst="rect">
            <a:avLst/>
          </a:prstGeom>
          <a:solidFill>
            <a:srgbClr val="4D6BCB"/>
          </a:solidFill>
          <a:ln w="12700">
            <a:solidFill>
              <a:srgbClr val="4D6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8" name="Shape 576"/>
          <p:cNvSpPr/>
          <p:nvPr/>
        </p:nvSpPr>
        <p:spPr>
          <a:xfrm>
            <a:off x="8490966" y="6510528"/>
            <a:ext cx="185471" cy="41148"/>
          </a:xfrm>
          <a:prstGeom prst="rect">
            <a:avLst/>
          </a:prstGeom>
          <a:solidFill>
            <a:srgbClr val="496CCC"/>
          </a:solidFill>
          <a:ln w="12700">
            <a:solidFill>
              <a:srgbClr val="49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9" name="Shape 577"/>
          <p:cNvSpPr/>
          <p:nvPr/>
        </p:nvSpPr>
        <p:spPr>
          <a:xfrm>
            <a:off x="8674608" y="6510528"/>
            <a:ext cx="185471" cy="41148"/>
          </a:xfrm>
          <a:prstGeom prst="rect">
            <a:avLst/>
          </a:prstGeom>
          <a:solidFill>
            <a:srgbClr val="446CCC"/>
          </a:solidFill>
          <a:ln w="12700">
            <a:solidFill>
              <a:srgbClr val="44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0" name="Shape 578"/>
          <p:cNvSpPr/>
          <p:nvPr/>
        </p:nvSpPr>
        <p:spPr>
          <a:xfrm>
            <a:off x="8858250" y="6510528"/>
            <a:ext cx="185471" cy="41148"/>
          </a:xfrm>
          <a:prstGeom prst="rect">
            <a:avLst/>
          </a:prstGeom>
          <a:solidFill>
            <a:srgbClr val="406DCD"/>
          </a:solidFill>
          <a:ln w="12700">
            <a:solidFill>
              <a:srgbClr val="40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1" name="Shape 579"/>
          <p:cNvSpPr/>
          <p:nvPr/>
        </p:nvSpPr>
        <p:spPr>
          <a:xfrm>
            <a:off x="9041892" y="6510528"/>
            <a:ext cx="185471" cy="41148"/>
          </a:xfrm>
          <a:prstGeom prst="rect">
            <a:avLst/>
          </a:prstGeom>
          <a:solidFill>
            <a:srgbClr val="3B6ECD"/>
          </a:solidFill>
          <a:ln w="12700">
            <a:solidFill>
              <a:srgbClr val="3B6E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2" name="Shape 580"/>
          <p:cNvSpPr/>
          <p:nvPr/>
        </p:nvSpPr>
        <p:spPr>
          <a:xfrm>
            <a:off x="9225534" y="6510528"/>
            <a:ext cx="185471" cy="41148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3" name="Shape 581"/>
          <p:cNvSpPr/>
          <p:nvPr/>
        </p:nvSpPr>
        <p:spPr>
          <a:xfrm>
            <a:off x="9409176" y="6510528"/>
            <a:ext cx="185471" cy="41148"/>
          </a:xfrm>
          <a:prstGeom prst="rect">
            <a:avLst/>
          </a:prstGeom>
          <a:solidFill>
            <a:srgbClr val="326FCE"/>
          </a:solidFill>
          <a:ln w="12700">
            <a:solidFill>
              <a:srgbClr val="32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4" name="Shape 582"/>
          <p:cNvSpPr/>
          <p:nvPr/>
        </p:nvSpPr>
        <p:spPr>
          <a:xfrm>
            <a:off x="9592818" y="6510528"/>
            <a:ext cx="185471" cy="41148"/>
          </a:xfrm>
          <a:prstGeom prst="rect">
            <a:avLst/>
          </a:prstGeom>
          <a:solidFill>
            <a:srgbClr val="2D70CF"/>
          </a:solidFill>
          <a:ln w="12700">
            <a:solidFill>
              <a:srgbClr val="2D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5" name="Shape 583"/>
          <p:cNvSpPr/>
          <p:nvPr/>
        </p:nvSpPr>
        <p:spPr>
          <a:xfrm>
            <a:off x="9776460" y="6510528"/>
            <a:ext cx="185471" cy="41148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6" name="Shape 584"/>
          <p:cNvSpPr/>
          <p:nvPr/>
        </p:nvSpPr>
        <p:spPr>
          <a:xfrm>
            <a:off x="9960102" y="6510528"/>
            <a:ext cx="185471" cy="41148"/>
          </a:xfrm>
          <a:prstGeom prst="rect">
            <a:avLst/>
          </a:prstGeom>
          <a:solidFill>
            <a:srgbClr val="2472D0"/>
          </a:solidFill>
          <a:ln w="12700">
            <a:solidFill>
              <a:srgbClr val="24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7" name="Shape 585"/>
          <p:cNvSpPr/>
          <p:nvPr/>
        </p:nvSpPr>
        <p:spPr>
          <a:xfrm>
            <a:off x="10143744" y="6510528"/>
            <a:ext cx="185471" cy="41148"/>
          </a:xfrm>
          <a:prstGeom prst="rect">
            <a:avLst/>
          </a:prstGeom>
          <a:solidFill>
            <a:srgbClr val="2073D0"/>
          </a:solidFill>
          <a:ln w="12700">
            <a:solidFill>
              <a:srgbClr val="207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8" name="Shape 586"/>
          <p:cNvSpPr/>
          <p:nvPr/>
        </p:nvSpPr>
        <p:spPr>
          <a:xfrm>
            <a:off x="10327386" y="6510528"/>
            <a:ext cx="185471" cy="41148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9" name="Shape 587"/>
          <p:cNvSpPr/>
          <p:nvPr/>
        </p:nvSpPr>
        <p:spPr>
          <a:xfrm>
            <a:off x="10511028" y="6510528"/>
            <a:ext cx="185471" cy="41148"/>
          </a:xfrm>
          <a:prstGeom prst="rect">
            <a:avLst/>
          </a:prstGeom>
          <a:solidFill>
            <a:srgbClr val="1774D1"/>
          </a:solidFill>
          <a:ln w="12700">
            <a:solidFill>
              <a:srgbClr val="177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0" name="Shape 588"/>
          <p:cNvSpPr/>
          <p:nvPr/>
        </p:nvSpPr>
        <p:spPr>
          <a:xfrm>
            <a:off x="10694670" y="6510528"/>
            <a:ext cx="185471" cy="41148"/>
          </a:xfrm>
          <a:prstGeom prst="rect">
            <a:avLst/>
          </a:prstGeom>
          <a:solidFill>
            <a:srgbClr val="1275D2"/>
          </a:solidFill>
          <a:ln w="12700">
            <a:solidFill>
              <a:srgbClr val="127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1" name="Shape 589"/>
          <p:cNvSpPr/>
          <p:nvPr/>
        </p:nvSpPr>
        <p:spPr>
          <a:xfrm>
            <a:off x="10878312" y="6510528"/>
            <a:ext cx="185471" cy="41148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2" name="Shape 590"/>
          <p:cNvSpPr/>
          <p:nvPr/>
        </p:nvSpPr>
        <p:spPr>
          <a:xfrm>
            <a:off x="11061954" y="6510528"/>
            <a:ext cx="185471" cy="41148"/>
          </a:xfrm>
          <a:prstGeom prst="rect">
            <a:avLst/>
          </a:prstGeom>
          <a:solidFill>
            <a:srgbClr val="0976D3"/>
          </a:solidFill>
          <a:ln w="12700">
            <a:solidFill>
              <a:srgbClr val="097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3" name="Shape 591"/>
          <p:cNvSpPr/>
          <p:nvPr/>
        </p:nvSpPr>
        <p:spPr>
          <a:xfrm>
            <a:off x="11245596" y="6510528"/>
            <a:ext cx="185471" cy="41148"/>
          </a:xfrm>
          <a:prstGeom prst="rect">
            <a:avLst/>
          </a:prstGeom>
          <a:solidFill>
            <a:srgbClr val="0577D3"/>
          </a:solidFill>
          <a:ln w="12700">
            <a:solidFill>
              <a:srgbClr val="05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4" name="Shape 592"/>
          <p:cNvSpPr/>
          <p:nvPr/>
        </p:nvSpPr>
        <p:spPr>
          <a:xfrm>
            <a:off x="11429238" y="6510528"/>
            <a:ext cx="185471" cy="411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5" name="Text 593"/>
          <p:cNvSpPr/>
          <p:nvPr/>
        </p:nvSpPr>
        <p:spPr>
          <a:xfrm>
            <a:off x="502920" y="6510528"/>
            <a:ext cx="1120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Repo: rebmid/Copilot-alz-workshop-orchestrator</a:t>
            </a:r>
            <a:r>
              <a:rPr lang="en-US" sz="12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Command:  python scan.py --workshop-copilot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1155</TotalTime>
  <Words>427</Words>
  <Application>Microsoft Office PowerPoint</Application>
  <PresentationFormat>Widescreen</PresentationFormat>
  <Paragraphs>82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Rebekah Midkiff</cp:lastModifiedBy>
  <cp:revision>15</cp:revision>
  <dcterms:created xsi:type="dcterms:W3CDTF">2026-03-04T20:08:00Z</dcterms:created>
  <dcterms:modified xsi:type="dcterms:W3CDTF">2026-03-07T00:25:44Z</dcterms:modified>
</cp:coreProperties>
</file>